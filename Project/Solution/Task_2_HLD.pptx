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2" y="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8EC0F-ECB6-5055-7152-CAAACF3A7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B4B627-E1EB-84D9-20F8-FC229A09C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DB55-5CF3-2C20-4FA1-C115EE77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E4F33-A54F-662B-CE23-5548A0FDC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D8ED-3F14-4A8B-28B3-5F81202D0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675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852C5-C20D-4870-B700-A533AAFF1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ECB05-A372-4C23-E075-D0FA6B5B0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AF679-8BCF-8B9B-3743-9E0891DA8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C600B-65A0-8FEC-4234-C506CAC27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9CF68-AB11-9542-6595-50D28AF32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0635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62D7-6A24-1F30-2E70-1DB496B9F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47349-AE67-711D-243C-F49609DC74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2D5E2-454D-BA8E-0DA7-F9B7DB085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FB9BE-24D8-A320-3C1F-E29AA1143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41A94-AF97-8447-759B-BF00A144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658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9EF21-BEA4-F0F2-EAED-7BC8D4E8D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19270-99EE-DA44-E905-AC4C142466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C5CA2-79B9-7C4E-4D88-03A686DCE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6B1978-3CD8-2A13-13EB-76F81B7ED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C1BDA-263E-2CE4-1131-CE1AA3767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43258F-DBE2-634E-15F6-C4534F500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006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63175-E5D3-7DE7-11D0-588116FCD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BC7880-00D9-EA22-1D9A-4D2FBC1F5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2FF761-AD88-0F48-7039-D1120159A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1FCF0B-AD54-B265-48EC-178E7E7ED9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31C27-3CC8-D010-DCA5-EDA110DC22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A4569-7EBF-E676-7739-94D96EFE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FCB877-A1CC-399A-7EAC-5C215055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3521B-B1F7-1A9A-F1C9-5229F2DDF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855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2910B-D1D4-B7A9-0446-672ED64C2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426CBB-11D0-7C14-5C80-424FF2998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5C966-C35F-531B-6D68-6E5BDF030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6DE14C-BA62-0BFE-5240-AF155ECA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7846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B52EE2-6B99-86CF-E887-ED9D7EEB1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51128C-87BF-5DFD-A155-66590F9DC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C2853-267B-7EB2-295F-A4145F10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429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98A2F-F41D-5BFB-E79F-36414129F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8A665-CCA4-72C5-2841-3C581161B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4387A1-04EB-1C53-9803-33A046413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455FEB-1EE9-ABBD-782C-4AD82202D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16571-E5AB-4990-20C4-EE1F6CB5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9C34A-B30E-7E25-05F5-A5C9DEDB3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54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AB20B-B515-326C-3E30-87B19122C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D7E0A7-EF77-878B-1577-E3F204DCDF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51D0AA-3D91-CF71-366F-EC4A49DB8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1DF1D-D963-0971-B15C-2591597E5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BDF8-E51F-753F-5E93-A5E3620E8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64D9A-2162-7EBC-18AC-DB5EF4F1A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1046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398B8-DDB5-1C32-26F4-98A192D03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3FBA89-5E41-B848-AE1A-2692394359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59401-D3A3-2E3C-E6B3-4664FD481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44EC-ADF5-AC0C-F4B9-DE11A581F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AD99F-930F-92E4-DD36-67F3B35F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604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F12EA4-356C-6B32-8D4B-46A370161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C12328-C6BA-9E5E-9F95-DC68B575E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F28D8-5755-9203-6344-5D2E06C4A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8AA2C-8026-6B1F-ACE6-2D1ABBF04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8747D-382F-D4D5-CF3E-3AB322752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829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CFC618-E05B-EBFB-77F0-6FE904EC7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880868-BA08-BDF4-FB06-B6FF0C5984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3FB5A-6BCB-F196-69EC-738C10FDA2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CEFD3-6E66-4D09-9A8A-A5B93CF658EF}" type="datetimeFigureOut">
              <a:rPr lang="en-IN" smtClean="0"/>
              <a:t>06-12-2023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241F0-B336-A8A8-BAD8-AB7A0FC8AB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3807A-7290-6EB6-51B0-21087ED348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BD158-207A-44AB-B1DE-15097E397B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2631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Bright ladder against dull ladders">
            <a:extLst>
              <a:ext uri="{FF2B5EF4-FFF2-40B4-BE49-F238E27FC236}">
                <a16:creationId xmlns:a16="http://schemas.microsoft.com/office/drawing/2014/main" id="{4AFC6BF5-92D3-03CA-B8ED-D1C757193A6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00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243C42-7E9F-51FC-AC99-2F33D7B5A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IN" sz="4800">
                <a:solidFill>
                  <a:schemeClr val="bg1"/>
                </a:solidFill>
              </a:rPr>
              <a:t>Solution High Level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34E033-0194-5E8F-27B9-7244CF85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Shashank Raj</a:t>
            </a:r>
            <a:endParaRPr lang="en-IN" sz="200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49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E72B3-57F0-2FCF-51E5-37C13708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Analyze Data Source &amp; automate file ingestion.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AA159-72ED-7F04-3EFC-4CD48B96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6022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839F7-F8C4-8DCF-BF63-27C640930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Architecture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B5DC1-3E13-96F5-363C-82BF1F68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04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E482-300E-1444-2CF3-920FC9EF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Flow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0B27F-A02B-0D95-ACB4-726D6F303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842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D0CA-CB7C-64BE-3DDB-CD939A7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Structure of DWH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C7A59-8779-B9E4-C7C9-80BBB9B08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1975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B30D1-96A9-A95F-E4B5-EDEE1121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Inconsistency Analysis &amp; Cleansing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02542-EC2E-4DB2-3ABF-9913A146C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0224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Solution High Level Design</vt:lpstr>
      <vt:lpstr>Analyze Data Source &amp; automate file ingestion. </vt:lpstr>
      <vt:lpstr>Technical Architecture</vt:lpstr>
      <vt:lpstr>Data Processing Flow</vt:lpstr>
      <vt:lpstr>Structure of DWH</vt:lpstr>
      <vt:lpstr>Inconsistency Analysis &amp; Cleansing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Shashank Raj</dc:creator>
  <cp:lastModifiedBy>Shashank Raj</cp:lastModifiedBy>
  <cp:revision>3</cp:revision>
  <dcterms:created xsi:type="dcterms:W3CDTF">2023-12-06T17:13:07Z</dcterms:created>
  <dcterms:modified xsi:type="dcterms:W3CDTF">2023-12-06T17:17:59Z</dcterms:modified>
</cp:coreProperties>
</file>