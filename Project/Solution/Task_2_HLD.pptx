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62" r:id="rId4"/>
    <p:sldId id="265" r:id="rId5"/>
    <p:sldId id="258"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A0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39" autoAdjust="0"/>
    <p:restoredTop sz="94660"/>
  </p:normalViewPr>
  <p:slideViewPr>
    <p:cSldViewPr snapToGrid="0">
      <p:cViewPr>
        <p:scale>
          <a:sx n="140" d="100"/>
          <a:sy n="140" d="100"/>
        </p:scale>
        <p:origin x="1812" y="5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966BCF-1B2F-4C5C-9BC2-2D0174B2C77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0325313-4E16-40B3-9121-E4DB955F9FCE}">
      <dgm:prSet/>
      <dgm:spPr/>
      <dgm:t>
        <a:bodyPr/>
        <a:lstStyle/>
        <a:p>
          <a:pPr>
            <a:defRPr cap="all"/>
          </a:pPr>
          <a:r>
            <a:rPr lang="en-US"/>
            <a:t>Propose an MVP Solution. </a:t>
          </a:r>
        </a:p>
      </dgm:t>
    </dgm:pt>
    <dgm:pt modelId="{9658264A-EC9F-4315-97FA-DE89A4273956}" type="parTrans" cxnId="{485E9764-45B7-4BE4-9F30-56D32B17C680}">
      <dgm:prSet/>
      <dgm:spPr/>
      <dgm:t>
        <a:bodyPr/>
        <a:lstStyle/>
        <a:p>
          <a:endParaRPr lang="en-US"/>
        </a:p>
      </dgm:t>
    </dgm:pt>
    <dgm:pt modelId="{81EDBF88-87D6-4571-BA49-27A77410D0FB}" type="sibTrans" cxnId="{485E9764-45B7-4BE4-9F30-56D32B17C680}">
      <dgm:prSet/>
      <dgm:spPr/>
      <dgm:t>
        <a:bodyPr/>
        <a:lstStyle/>
        <a:p>
          <a:endParaRPr lang="en-US"/>
        </a:p>
      </dgm:t>
    </dgm:pt>
    <dgm:pt modelId="{E6B0AC01-C0DE-4C00-AE5F-7E9F61B66745}">
      <dgm:prSet/>
      <dgm:spPr/>
      <dgm:t>
        <a:bodyPr/>
        <a:lstStyle/>
        <a:p>
          <a:pPr>
            <a:defRPr cap="all"/>
          </a:pPr>
          <a:r>
            <a:rPr lang="en-US"/>
            <a:t>Perform ETL Operation on the Data through automation.</a:t>
          </a:r>
        </a:p>
      </dgm:t>
    </dgm:pt>
    <dgm:pt modelId="{A317720A-A7B7-4654-9148-4361903348BE}" type="parTrans" cxnId="{3522789A-CD2B-47E0-BC79-B23CC713DE2A}">
      <dgm:prSet/>
      <dgm:spPr/>
      <dgm:t>
        <a:bodyPr/>
        <a:lstStyle/>
        <a:p>
          <a:endParaRPr lang="en-US"/>
        </a:p>
      </dgm:t>
    </dgm:pt>
    <dgm:pt modelId="{C5751C77-A23F-4AF4-A994-5FC94E1378F0}" type="sibTrans" cxnId="{3522789A-CD2B-47E0-BC79-B23CC713DE2A}">
      <dgm:prSet/>
      <dgm:spPr/>
      <dgm:t>
        <a:bodyPr/>
        <a:lstStyle/>
        <a:p>
          <a:endParaRPr lang="en-US"/>
        </a:p>
      </dgm:t>
    </dgm:pt>
    <dgm:pt modelId="{2C1FD17A-488C-46A8-958E-7C1326455C35}">
      <dgm:prSet/>
      <dgm:spPr/>
      <dgm:t>
        <a:bodyPr/>
        <a:lstStyle/>
        <a:p>
          <a:pPr>
            <a:defRPr cap="all"/>
          </a:pPr>
          <a:r>
            <a:rPr lang="en-US"/>
            <a:t>Work through Data inconsistency issues. </a:t>
          </a:r>
        </a:p>
      </dgm:t>
    </dgm:pt>
    <dgm:pt modelId="{EC561845-1590-4986-A65C-BB1BEBDC62D7}" type="parTrans" cxnId="{C6DCC936-A491-4443-BC00-1647F5BC808E}">
      <dgm:prSet/>
      <dgm:spPr/>
      <dgm:t>
        <a:bodyPr/>
        <a:lstStyle/>
        <a:p>
          <a:endParaRPr lang="en-US"/>
        </a:p>
      </dgm:t>
    </dgm:pt>
    <dgm:pt modelId="{F3089211-D340-4532-9578-87E3EE6D0DA1}" type="sibTrans" cxnId="{C6DCC936-A491-4443-BC00-1647F5BC808E}">
      <dgm:prSet/>
      <dgm:spPr/>
      <dgm:t>
        <a:bodyPr/>
        <a:lstStyle/>
        <a:p>
          <a:endParaRPr lang="en-US"/>
        </a:p>
      </dgm:t>
    </dgm:pt>
    <dgm:pt modelId="{1139F4E6-1AC3-4555-AB4D-82B854C562EE}">
      <dgm:prSet/>
      <dgm:spPr/>
      <dgm:t>
        <a:bodyPr/>
        <a:lstStyle/>
        <a:p>
          <a:pPr>
            <a:defRPr cap="all"/>
          </a:pPr>
          <a:r>
            <a:rPr lang="en-US"/>
            <a:t>Prepare a high-level structure of the MVP.</a:t>
          </a:r>
        </a:p>
      </dgm:t>
    </dgm:pt>
    <dgm:pt modelId="{0FBB9555-1644-4377-9E00-7E0FDA7BA9A8}" type="parTrans" cxnId="{54839C4E-0332-47C2-953D-6FAE1CC2BC94}">
      <dgm:prSet/>
      <dgm:spPr/>
      <dgm:t>
        <a:bodyPr/>
        <a:lstStyle/>
        <a:p>
          <a:endParaRPr lang="en-US"/>
        </a:p>
      </dgm:t>
    </dgm:pt>
    <dgm:pt modelId="{9F6F7C3F-DEDB-4869-9776-889BEFB2AC29}" type="sibTrans" cxnId="{54839C4E-0332-47C2-953D-6FAE1CC2BC94}">
      <dgm:prSet/>
      <dgm:spPr/>
      <dgm:t>
        <a:bodyPr/>
        <a:lstStyle/>
        <a:p>
          <a:endParaRPr lang="en-US"/>
        </a:p>
      </dgm:t>
    </dgm:pt>
    <dgm:pt modelId="{CCF90113-A002-4683-B48B-0FA565450652}">
      <dgm:prSet/>
      <dgm:spPr/>
      <dgm:t>
        <a:bodyPr/>
        <a:lstStyle/>
        <a:p>
          <a:pPr>
            <a:defRPr cap="all"/>
          </a:pPr>
          <a:r>
            <a:rPr lang="en-US"/>
            <a:t>Analyze inconsistencies and propose solutions / next steps for the same.</a:t>
          </a:r>
        </a:p>
      </dgm:t>
    </dgm:pt>
    <dgm:pt modelId="{F92A7478-8A09-406A-AF99-CAF0A9022490}" type="parTrans" cxnId="{E87C9206-9E22-4E96-BA70-519A479D39E9}">
      <dgm:prSet/>
      <dgm:spPr/>
      <dgm:t>
        <a:bodyPr/>
        <a:lstStyle/>
        <a:p>
          <a:endParaRPr lang="en-US"/>
        </a:p>
      </dgm:t>
    </dgm:pt>
    <dgm:pt modelId="{783C4348-479E-4333-A7C1-52A16C60D89E}" type="sibTrans" cxnId="{E87C9206-9E22-4E96-BA70-519A479D39E9}">
      <dgm:prSet/>
      <dgm:spPr/>
      <dgm:t>
        <a:bodyPr/>
        <a:lstStyle/>
        <a:p>
          <a:endParaRPr lang="en-US"/>
        </a:p>
      </dgm:t>
    </dgm:pt>
    <dgm:pt modelId="{441756F2-8B41-43DA-880C-07B600DB0F8E}">
      <dgm:prSet/>
      <dgm:spPr/>
      <dgm:t>
        <a:bodyPr/>
        <a:lstStyle/>
        <a:p>
          <a:pPr>
            <a:defRPr cap="all"/>
          </a:pPr>
          <a:r>
            <a:rPr lang="en-US"/>
            <a:t>Bonus: Suggest improvement to the existing process. </a:t>
          </a:r>
        </a:p>
      </dgm:t>
    </dgm:pt>
    <dgm:pt modelId="{9D128894-CC8C-471B-8228-AF8F87D63924}" type="parTrans" cxnId="{48958D6A-40E5-4880-B92F-64A6CE4CBE7B}">
      <dgm:prSet/>
      <dgm:spPr/>
      <dgm:t>
        <a:bodyPr/>
        <a:lstStyle/>
        <a:p>
          <a:endParaRPr lang="en-US"/>
        </a:p>
      </dgm:t>
    </dgm:pt>
    <dgm:pt modelId="{7E976A56-EE92-4D8F-A850-DF255CDCF5CE}" type="sibTrans" cxnId="{48958D6A-40E5-4880-B92F-64A6CE4CBE7B}">
      <dgm:prSet/>
      <dgm:spPr/>
      <dgm:t>
        <a:bodyPr/>
        <a:lstStyle/>
        <a:p>
          <a:endParaRPr lang="en-US"/>
        </a:p>
      </dgm:t>
    </dgm:pt>
    <dgm:pt modelId="{8516676F-64A4-4382-82EB-1FFD775462D2}" type="pres">
      <dgm:prSet presAssocID="{43966BCF-1B2F-4C5C-9BC2-2D0174B2C777}" presName="root" presStyleCnt="0">
        <dgm:presLayoutVars>
          <dgm:dir/>
          <dgm:resizeHandles val="exact"/>
        </dgm:presLayoutVars>
      </dgm:prSet>
      <dgm:spPr/>
    </dgm:pt>
    <dgm:pt modelId="{EB73030D-D29A-4497-A55F-6BF0FA1854CE}" type="pres">
      <dgm:prSet presAssocID="{30325313-4E16-40B3-9121-E4DB955F9FCE}" presName="compNode" presStyleCnt="0"/>
      <dgm:spPr/>
    </dgm:pt>
    <dgm:pt modelId="{E3FCE15E-BB34-45D0-B448-9526ADAF8249}" type="pres">
      <dgm:prSet presAssocID="{30325313-4E16-40B3-9121-E4DB955F9FCE}" presName="iconBgRect" presStyleLbl="bgShp" presStyleIdx="0" presStyleCnt="6"/>
      <dgm:spPr/>
    </dgm:pt>
    <dgm:pt modelId="{F7AE9226-1FCD-4936-9020-D41B36784106}" type="pres">
      <dgm:prSet presAssocID="{30325313-4E16-40B3-9121-E4DB955F9FC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FC2E8668-2EFC-4678-BA6C-283DE1D6A991}" type="pres">
      <dgm:prSet presAssocID="{30325313-4E16-40B3-9121-E4DB955F9FCE}" presName="spaceRect" presStyleCnt="0"/>
      <dgm:spPr/>
    </dgm:pt>
    <dgm:pt modelId="{D1201445-B269-4AED-BF6E-F8F9B3D75AD2}" type="pres">
      <dgm:prSet presAssocID="{30325313-4E16-40B3-9121-E4DB955F9FCE}" presName="textRect" presStyleLbl="revTx" presStyleIdx="0" presStyleCnt="6">
        <dgm:presLayoutVars>
          <dgm:chMax val="1"/>
          <dgm:chPref val="1"/>
        </dgm:presLayoutVars>
      </dgm:prSet>
      <dgm:spPr/>
    </dgm:pt>
    <dgm:pt modelId="{867B86B1-1BE8-46E6-825C-8C3439BF2924}" type="pres">
      <dgm:prSet presAssocID="{81EDBF88-87D6-4571-BA49-27A77410D0FB}" presName="sibTrans" presStyleCnt="0"/>
      <dgm:spPr/>
    </dgm:pt>
    <dgm:pt modelId="{641A387F-690B-43E5-A826-56F3FC69E9EB}" type="pres">
      <dgm:prSet presAssocID="{E6B0AC01-C0DE-4C00-AE5F-7E9F61B66745}" presName="compNode" presStyleCnt="0"/>
      <dgm:spPr/>
    </dgm:pt>
    <dgm:pt modelId="{09041D4D-257F-4AC2-AD26-EDB1891D8896}" type="pres">
      <dgm:prSet presAssocID="{E6B0AC01-C0DE-4C00-AE5F-7E9F61B66745}" presName="iconBgRect" presStyleLbl="bgShp" presStyleIdx="1" presStyleCnt="6"/>
      <dgm:spPr/>
    </dgm:pt>
    <dgm:pt modelId="{577BEDB0-104B-457E-839C-1B2E71E2E243}" type="pres">
      <dgm:prSet presAssocID="{E6B0AC01-C0DE-4C00-AE5F-7E9F61B6674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F01ACE1D-8F3F-40EB-A4B0-9610391089F8}" type="pres">
      <dgm:prSet presAssocID="{E6B0AC01-C0DE-4C00-AE5F-7E9F61B66745}" presName="spaceRect" presStyleCnt="0"/>
      <dgm:spPr/>
    </dgm:pt>
    <dgm:pt modelId="{2AECB440-70CD-4F79-AE22-C04389845980}" type="pres">
      <dgm:prSet presAssocID="{E6B0AC01-C0DE-4C00-AE5F-7E9F61B66745}" presName="textRect" presStyleLbl="revTx" presStyleIdx="1" presStyleCnt="6">
        <dgm:presLayoutVars>
          <dgm:chMax val="1"/>
          <dgm:chPref val="1"/>
        </dgm:presLayoutVars>
      </dgm:prSet>
      <dgm:spPr/>
    </dgm:pt>
    <dgm:pt modelId="{61B05951-AB7C-4BF4-A7F1-E3E83B9A56AD}" type="pres">
      <dgm:prSet presAssocID="{C5751C77-A23F-4AF4-A994-5FC94E1378F0}" presName="sibTrans" presStyleCnt="0"/>
      <dgm:spPr/>
    </dgm:pt>
    <dgm:pt modelId="{F73D5BD5-AB95-4D80-B605-07ABAEBC1B56}" type="pres">
      <dgm:prSet presAssocID="{2C1FD17A-488C-46A8-958E-7C1326455C35}" presName="compNode" presStyleCnt="0"/>
      <dgm:spPr/>
    </dgm:pt>
    <dgm:pt modelId="{E95ECE5F-C620-410B-8072-F816CE301985}" type="pres">
      <dgm:prSet presAssocID="{2C1FD17A-488C-46A8-958E-7C1326455C35}" presName="iconBgRect" presStyleLbl="bgShp" presStyleIdx="2" presStyleCnt="6"/>
      <dgm:spPr/>
    </dgm:pt>
    <dgm:pt modelId="{A502170B-F16B-4284-B12F-9B1F36AD58FF}" type="pres">
      <dgm:prSet presAssocID="{2C1FD17A-488C-46A8-958E-7C1326455C3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FBC0DE6F-AC0E-451D-B5B5-A092CCDA0A42}" type="pres">
      <dgm:prSet presAssocID="{2C1FD17A-488C-46A8-958E-7C1326455C35}" presName="spaceRect" presStyleCnt="0"/>
      <dgm:spPr/>
    </dgm:pt>
    <dgm:pt modelId="{B20390EE-8B1D-4FD3-873D-6D191EBA3928}" type="pres">
      <dgm:prSet presAssocID="{2C1FD17A-488C-46A8-958E-7C1326455C35}" presName="textRect" presStyleLbl="revTx" presStyleIdx="2" presStyleCnt="6">
        <dgm:presLayoutVars>
          <dgm:chMax val="1"/>
          <dgm:chPref val="1"/>
        </dgm:presLayoutVars>
      </dgm:prSet>
      <dgm:spPr/>
    </dgm:pt>
    <dgm:pt modelId="{706D0291-ECC3-48F9-AA40-ECA9FC86D483}" type="pres">
      <dgm:prSet presAssocID="{F3089211-D340-4532-9578-87E3EE6D0DA1}" presName="sibTrans" presStyleCnt="0"/>
      <dgm:spPr/>
    </dgm:pt>
    <dgm:pt modelId="{59765A46-5FB2-4085-93F5-2677052A5ECB}" type="pres">
      <dgm:prSet presAssocID="{1139F4E6-1AC3-4555-AB4D-82B854C562EE}" presName="compNode" presStyleCnt="0"/>
      <dgm:spPr/>
    </dgm:pt>
    <dgm:pt modelId="{C98E99F8-FD67-4BE9-BD9B-CCE20E235266}" type="pres">
      <dgm:prSet presAssocID="{1139F4E6-1AC3-4555-AB4D-82B854C562EE}" presName="iconBgRect" presStyleLbl="bgShp" presStyleIdx="3" presStyleCnt="6"/>
      <dgm:spPr/>
    </dgm:pt>
    <dgm:pt modelId="{E2CD0672-CA40-4950-9618-336ABD7B0499}" type="pres">
      <dgm:prSet presAssocID="{1139F4E6-1AC3-4555-AB4D-82B854C562E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rawl"/>
        </a:ext>
      </dgm:extLst>
    </dgm:pt>
    <dgm:pt modelId="{0EBC9A6D-9505-46DA-A55F-56AA01E5A5CB}" type="pres">
      <dgm:prSet presAssocID="{1139F4E6-1AC3-4555-AB4D-82B854C562EE}" presName="spaceRect" presStyleCnt="0"/>
      <dgm:spPr/>
    </dgm:pt>
    <dgm:pt modelId="{3BB69BE3-EF7D-4094-8DB9-7DF9F6A934CD}" type="pres">
      <dgm:prSet presAssocID="{1139F4E6-1AC3-4555-AB4D-82B854C562EE}" presName="textRect" presStyleLbl="revTx" presStyleIdx="3" presStyleCnt="6">
        <dgm:presLayoutVars>
          <dgm:chMax val="1"/>
          <dgm:chPref val="1"/>
        </dgm:presLayoutVars>
      </dgm:prSet>
      <dgm:spPr/>
    </dgm:pt>
    <dgm:pt modelId="{A27944E5-5AA5-4EF3-A5BE-DDF4388D4C65}" type="pres">
      <dgm:prSet presAssocID="{9F6F7C3F-DEDB-4869-9776-889BEFB2AC29}" presName="sibTrans" presStyleCnt="0"/>
      <dgm:spPr/>
    </dgm:pt>
    <dgm:pt modelId="{A1A844AF-8590-4A2D-B009-8CBE18018FB8}" type="pres">
      <dgm:prSet presAssocID="{CCF90113-A002-4683-B48B-0FA565450652}" presName="compNode" presStyleCnt="0"/>
      <dgm:spPr/>
    </dgm:pt>
    <dgm:pt modelId="{8FBD1054-D276-4B3D-AB18-7E4B4191E186}" type="pres">
      <dgm:prSet presAssocID="{CCF90113-A002-4683-B48B-0FA565450652}" presName="iconBgRect" presStyleLbl="bgShp" presStyleIdx="4" presStyleCnt="6"/>
      <dgm:spPr/>
    </dgm:pt>
    <dgm:pt modelId="{D0D5D087-1DC2-4596-857A-7C9684F080C5}" type="pres">
      <dgm:prSet presAssocID="{CCF90113-A002-4683-B48B-0FA56545065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 mark"/>
        </a:ext>
      </dgm:extLst>
    </dgm:pt>
    <dgm:pt modelId="{D619D3FF-E51E-4635-A732-740BEC08501A}" type="pres">
      <dgm:prSet presAssocID="{CCF90113-A002-4683-B48B-0FA565450652}" presName="spaceRect" presStyleCnt="0"/>
      <dgm:spPr/>
    </dgm:pt>
    <dgm:pt modelId="{1B8086C1-F457-45C7-8445-D8362733E7B8}" type="pres">
      <dgm:prSet presAssocID="{CCF90113-A002-4683-B48B-0FA565450652}" presName="textRect" presStyleLbl="revTx" presStyleIdx="4" presStyleCnt="6">
        <dgm:presLayoutVars>
          <dgm:chMax val="1"/>
          <dgm:chPref val="1"/>
        </dgm:presLayoutVars>
      </dgm:prSet>
      <dgm:spPr/>
    </dgm:pt>
    <dgm:pt modelId="{4F7169CD-E443-4E8D-AEC9-493E92927E76}" type="pres">
      <dgm:prSet presAssocID="{783C4348-479E-4333-A7C1-52A16C60D89E}" presName="sibTrans" presStyleCnt="0"/>
      <dgm:spPr/>
    </dgm:pt>
    <dgm:pt modelId="{5A319F9E-F959-4E7F-B68B-AE1FFA420E4A}" type="pres">
      <dgm:prSet presAssocID="{441756F2-8B41-43DA-880C-07B600DB0F8E}" presName="compNode" presStyleCnt="0"/>
      <dgm:spPr/>
    </dgm:pt>
    <dgm:pt modelId="{3F67225A-A630-47AB-BBF0-0A9D356A6F35}" type="pres">
      <dgm:prSet presAssocID="{441756F2-8B41-43DA-880C-07B600DB0F8E}" presName="iconBgRect" presStyleLbl="bgShp" presStyleIdx="5" presStyleCnt="6"/>
      <dgm:spPr/>
    </dgm:pt>
    <dgm:pt modelId="{4762B98F-59D9-48E0-8328-E2E83A930E1F}" type="pres">
      <dgm:prSet presAssocID="{441756F2-8B41-43DA-880C-07B600DB0F8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dd"/>
        </a:ext>
      </dgm:extLst>
    </dgm:pt>
    <dgm:pt modelId="{991F4BA2-35E6-4C95-99CE-EFB79DCADFAB}" type="pres">
      <dgm:prSet presAssocID="{441756F2-8B41-43DA-880C-07B600DB0F8E}" presName="spaceRect" presStyleCnt="0"/>
      <dgm:spPr/>
    </dgm:pt>
    <dgm:pt modelId="{5EAC950E-1862-4DDE-93F8-8EADCBDB5218}" type="pres">
      <dgm:prSet presAssocID="{441756F2-8B41-43DA-880C-07B600DB0F8E}" presName="textRect" presStyleLbl="revTx" presStyleIdx="5" presStyleCnt="6">
        <dgm:presLayoutVars>
          <dgm:chMax val="1"/>
          <dgm:chPref val="1"/>
        </dgm:presLayoutVars>
      </dgm:prSet>
      <dgm:spPr/>
    </dgm:pt>
  </dgm:ptLst>
  <dgm:cxnLst>
    <dgm:cxn modelId="{E87C9206-9E22-4E96-BA70-519A479D39E9}" srcId="{43966BCF-1B2F-4C5C-9BC2-2D0174B2C777}" destId="{CCF90113-A002-4683-B48B-0FA565450652}" srcOrd="4" destOrd="0" parTransId="{F92A7478-8A09-406A-AF99-CAF0A9022490}" sibTransId="{783C4348-479E-4333-A7C1-52A16C60D89E}"/>
    <dgm:cxn modelId="{4784841E-26AF-497A-8EB5-182F30C6710D}" type="presOf" srcId="{43966BCF-1B2F-4C5C-9BC2-2D0174B2C777}" destId="{8516676F-64A4-4382-82EB-1FFD775462D2}" srcOrd="0" destOrd="0" presId="urn:microsoft.com/office/officeart/2018/5/layout/IconCircleLabelList"/>
    <dgm:cxn modelId="{C6DCC936-A491-4443-BC00-1647F5BC808E}" srcId="{43966BCF-1B2F-4C5C-9BC2-2D0174B2C777}" destId="{2C1FD17A-488C-46A8-958E-7C1326455C35}" srcOrd="2" destOrd="0" parTransId="{EC561845-1590-4986-A65C-BB1BEBDC62D7}" sibTransId="{F3089211-D340-4532-9578-87E3EE6D0DA1}"/>
    <dgm:cxn modelId="{32C5B13F-6F4E-4F42-AA10-9EDFD20AB2BF}" type="presOf" srcId="{441756F2-8B41-43DA-880C-07B600DB0F8E}" destId="{5EAC950E-1862-4DDE-93F8-8EADCBDB5218}" srcOrd="0" destOrd="0" presId="urn:microsoft.com/office/officeart/2018/5/layout/IconCircleLabelList"/>
    <dgm:cxn modelId="{8AD8455C-C927-487C-9E60-170D75B5E632}" type="presOf" srcId="{30325313-4E16-40B3-9121-E4DB955F9FCE}" destId="{D1201445-B269-4AED-BF6E-F8F9B3D75AD2}" srcOrd="0" destOrd="0" presId="urn:microsoft.com/office/officeart/2018/5/layout/IconCircleLabelList"/>
    <dgm:cxn modelId="{485E9764-45B7-4BE4-9F30-56D32B17C680}" srcId="{43966BCF-1B2F-4C5C-9BC2-2D0174B2C777}" destId="{30325313-4E16-40B3-9121-E4DB955F9FCE}" srcOrd="0" destOrd="0" parTransId="{9658264A-EC9F-4315-97FA-DE89A4273956}" sibTransId="{81EDBF88-87D6-4571-BA49-27A77410D0FB}"/>
    <dgm:cxn modelId="{AB536D49-4917-4550-85C6-84CE2F35A36E}" type="presOf" srcId="{1139F4E6-1AC3-4555-AB4D-82B854C562EE}" destId="{3BB69BE3-EF7D-4094-8DB9-7DF9F6A934CD}" srcOrd="0" destOrd="0" presId="urn:microsoft.com/office/officeart/2018/5/layout/IconCircleLabelList"/>
    <dgm:cxn modelId="{48958D6A-40E5-4880-B92F-64A6CE4CBE7B}" srcId="{43966BCF-1B2F-4C5C-9BC2-2D0174B2C777}" destId="{441756F2-8B41-43DA-880C-07B600DB0F8E}" srcOrd="5" destOrd="0" parTransId="{9D128894-CC8C-471B-8228-AF8F87D63924}" sibTransId="{7E976A56-EE92-4D8F-A850-DF255CDCF5CE}"/>
    <dgm:cxn modelId="{54839C4E-0332-47C2-953D-6FAE1CC2BC94}" srcId="{43966BCF-1B2F-4C5C-9BC2-2D0174B2C777}" destId="{1139F4E6-1AC3-4555-AB4D-82B854C562EE}" srcOrd="3" destOrd="0" parTransId="{0FBB9555-1644-4377-9E00-7E0FDA7BA9A8}" sibTransId="{9F6F7C3F-DEDB-4869-9776-889BEFB2AC29}"/>
    <dgm:cxn modelId="{429F6070-3365-4284-A124-50D14D0ACAC7}" type="presOf" srcId="{E6B0AC01-C0DE-4C00-AE5F-7E9F61B66745}" destId="{2AECB440-70CD-4F79-AE22-C04389845980}" srcOrd="0" destOrd="0" presId="urn:microsoft.com/office/officeart/2018/5/layout/IconCircleLabelList"/>
    <dgm:cxn modelId="{3522789A-CD2B-47E0-BC79-B23CC713DE2A}" srcId="{43966BCF-1B2F-4C5C-9BC2-2D0174B2C777}" destId="{E6B0AC01-C0DE-4C00-AE5F-7E9F61B66745}" srcOrd="1" destOrd="0" parTransId="{A317720A-A7B7-4654-9148-4361903348BE}" sibTransId="{C5751C77-A23F-4AF4-A994-5FC94E1378F0}"/>
    <dgm:cxn modelId="{DC492CAF-EEC3-4C15-A017-9203D8FAA35E}" type="presOf" srcId="{2C1FD17A-488C-46A8-958E-7C1326455C35}" destId="{B20390EE-8B1D-4FD3-873D-6D191EBA3928}" srcOrd="0" destOrd="0" presId="urn:microsoft.com/office/officeart/2018/5/layout/IconCircleLabelList"/>
    <dgm:cxn modelId="{43A9A0B5-3874-4D61-93A0-3A6325242CA1}" type="presOf" srcId="{CCF90113-A002-4683-B48B-0FA565450652}" destId="{1B8086C1-F457-45C7-8445-D8362733E7B8}" srcOrd="0" destOrd="0" presId="urn:microsoft.com/office/officeart/2018/5/layout/IconCircleLabelList"/>
    <dgm:cxn modelId="{51687C21-01B1-4F5C-B02A-5F9AE5E663C7}" type="presParOf" srcId="{8516676F-64A4-4382-82EB-1FFD775462D2}" destId="{EB73030D-D29A-4497-A55F-6BF0FA1854CE}" srcOrd="0" destOrd="0" presId="urn:microsoft.com/office/officeart/2018/5/layout/IconCircleLabelList"/>
    <dgm:cxn modelId="{B89532AF-1257-4287-A821-4D2B70F8A419}" type="presParOf" srcId="{EB73030D-D29A-4497-A55F-6BF0FA1854CE}" destId="{E3FCE15E-BB34-45D0-B448-9526ADAF8249}" srcOrd="0" destOrd="0" presId="urn:microsoft.com/office/officeart/2018/5/layout/IconCircleLabelList"/>
    <dgm:cxn modelId="{97B61A14-4485-4619-8AE6-5DAD940923C1}" type="presParOf" srcId="{EB73030D-D29A-4497-A55F-6BF0FA1854CE}" destId="{F7AE9226-1FCD-4936-9020-D41B36784106}" srcOrd="1" destOrd="0" presId="urn:microsoft.com/office/officeart/2018/5/layout/IconCircleLabelList"/>
    <dgm:cxn modelId="{ED1973E7-1975-483E-9E16-85FBCA0753CC}" type="presParOf" srcId="{EB73030D-D29A-4497-A55F-6BF0FA1854CE}" destId="{FC2E8668-2EFC-4678-BA6C-283DE1D6A991}" srcOrd="2" destOrd="0" presId="urn:microsoft.com/office/officeart/2018/5/layout/IconCircleLabelList"/>
    <dgm:cxn modelId="{141742E3-F8CE-4471-BA79-A0C5C0936210}" type="presParOf" srcId="{EB73030D-D29A-4497-A55F-6BF0FA1854CE}" destId="{D1201445-B269-4AED-BF6E-F8F9B3D75AD2}" srcOrd="3" destOrd="0" presId="urn:microsoft.com/office/officeart/2018/5/layout/IconCircleLabelList"/>
    <dgm:cxn modelId="{DDC86409-206C-4500-8FCC-AE5E3ADDCCEE}" type="presParOf" srcId="{8516676F-64A4-4382-82EB-1FFD775462D2}" destId="{867B86B1-1BE8-46E6-825C-8C3439BF2924}" srcOrd="1" destOrd="0" presId="urn:microsoft.com/office/officeart/2018/5/layout/IconCircleLabelList"/>
    <dgm:cxn modelId="{2FC0277E-D24C-417F-8844-75A2813AA5E7}" type="presParOf" srcId="{8516676F-64A4-4382-82EB-1FFD775462D2}" destId="{641A387F-690B-43E5-A826-56F3FC69E9EB}" srcOrd="2" destOrd="0" presId="urn:microsoft.com/office/officeart/2018/5/layout/IconCircleLabelList"/>
    <dgm:cxn modelId="{54D86394-A5A5-4C2B-9B54-B90600EA646B}" type="presParOf" srcId="{641A387F-690B-43E5-A826-56F3FC69E9EB}" destId="{09041D4D-257F-4AC2-AD26-EDB1891D8896}" srcOrd="0" destOrd="0" presId="urn:microsoft.com/office/officeart/2018/5/layout/IconCircleLabelList"/>
    <dgm:cxn modelId="{0F70B8B9-52EB-4FC7-AAF1-B01DDA437B65}" type="presParOf" srcId="{641A387F-690B-43E5-A826-56F3FC69E9EB}" destId="{577BEDB0-104B-457E-839C-1B2E71E2E243}" srcOrd="1" destOrd="0" presId="urn:microsoft.com/office/officeart/2018/5/layout/IconCircleLabelList"/>
    <dgm:cxn modelId="{F711A0A2-92F5-4802-96D8-43F04FE96FEE}" type="presParOf" srcId="{641A387F-690B-43E5-A826-56F3FC69E9EB}" destId="{F01ACE1D-8F3F-40EB-A4B0-9610391089F8}" srcOrd="2" destOrd="0" presId="urn:microsoft.com/office/officeart/2018/5/layout/IconCircleLabelList"/>
    <dgm:cxn modelId="{2D88F880-1BAA-41CE-9BC9-4C9EA3AAF317}" type="presParOf" srcId="{641A387F-690B-43E5-A826-56F3FC69E9EB}" destId="{2AECB440-70CD-4F79-AE22-C04389845980}" srcOrd="3" destOrd="0" presId="urn:microsoft.com/office/officeart/2018/5/layout/IconCircleLabelList"/>
    <dgm:cxn modelId="{6FBC88A3-AB69-42CC-83B5-CF82F13771AD}" type="presParOf" srcId="{8516676F-64A4-4382-82EB-1FFD775462D2}" destId="{61B05951-AB7C-4BF4-A7F1-E3E83B9A56AD}" srcOrd="3" destOrd="0" presId="urn:microsoft.com/office/officeart/2018/5/layout/IconCircleLabelList"/>
    <dgm:cxn modelId="{57E754D8-AD6F-40A7-AAC3-CF7449AB1EC2}" type="presParOf" srcId="{8516676F-64A4-4382-82EB-1FFD775462D2}" destId="{F73D5BD5-AB95-4D80-B605-07ABAEBC1B56}" srcOrd="4" destOrd="0" presId="urn:microsoft.com/office/officeart/2018/5/layout/IconCircleLabelList"/>
    <dgm:cxn modelId="{9D91E825-A269-467B-954A-152C284C608F}" type="presParOf" srcId="{F73D5BD5-AB95-4D80-B605-07ABAEBC1B56}" destId="{E95ECE5F-C620-410B-8072-F816CE301985}" srcOrd="0" destOrd="0" presId="urn:microsoft.com/office/officeart/2018/5/layout/IconCircleLabelList"/>
    <dgm:cxn modelId="{723272C6-7892-48E7-B190-FBCC2F95F1F1}" type="presParOf" srcId="{F73D5BD5-AB95-4D80-B605-07ABAEBC1B56}" destId="{A502170B-F16B-4284-B12F-9B1F36AD58FF}" srcOrd="1" destOrd="0" presId="urn:microsoft.com/office/officeart/2018/5/layout/IconCircleLabelList"/>
    <dgm:cxn modelId="{0FB6D4D9-ECB7-4BD0-A1B1-CFD674BBD2AE}" type="presParOf" srcId="{F73D5BD5-AB95-4D80-B605-07ABAEBC1B56}" destId="{FBC0DE6F-AC0E-451D-B5B5-A092CCDA0A42}" srcOrd="2" destOrd="0" presId="urn:microsoft.com/office/officeart/2018/5/layout/IconCircleLabelList"/>
    <dgm:cxn modelId="{1F604438-3D3B-4A64-AAA0-E846FAB29BFB}" type="presParOf" srcId="{F73D5BD5-AB95-4D80-B605-07ABAEBC1B56}" destId="{B20390EE-8B1D-4FD3-873D-6D191EBA3928}" srcOrd="3" destOrd="0" presId="urn:microsoft.com/office/officeart/2018/5/layout/IconCircleLabelList"/>
    <dgm:cxn modelId="{290C31AB-BF6A-4300-8307-9306180462AA}" type="presParOf" srcId="{8516676F-64A4-4382-82EB-1FFD775462D2}" destId="{706D0291-ECC3-48F9-AA40-ECA9FC86D483}" srcOrd="5" destOrd="0" presId="urn:microsoft.com/office/officeart/2018/5/layout/IconCircleLabelList"/>
    <dgm:cxn modelId="{8D517B7B-DB26-4D47-925E-BA4C2EC1E5FC}" type="presParOf" srcId="{8516676F-64A4-4382-82EB-1FFD775462D2}" destId="{59765A46-5FB2-4085-93F5-2677052A5ECB}" srcOrd="6" destOrd="0" presId="urn:microsoft.com/office/officeart/2018/5/layout/IconCircleLabelList"/>
    <dgm:cxn modelId="{514E9545-DC8B-4E10-8F2E-625959E030F3}" type="presParOf" srcId="{59765A46-5FB2-4085-93F5-2677052A5ECB}" destId="{C98E99F8-FD67-4BE9-BD9B-CCE20E235266}" srcOrd="0" destOrd="0" presId="urn:microsoft.com/office/officeart/2018/5/layout/IconCircleLabelList"/>
    <dgm:cxn modelId="{51653541-6BD6-4EB3-B857-16F31D56B3FD}" type="presParOf" srcId="{59765A46-5FB2-4085-93F5-2677052A5ECB}" destId="{E2CD0672-CA40-4950-9618-336ABD7B0499}" srcOrd="1" destOrd="0" presId="urn:microsoft.com/office/officeart/2018/5/layout/IconCircleLabelList"/>
    <dgm:cxn modelId="{830AEAB2-AB79-4E3B-B498-9B147F867D30}" type="presParOf" srcId="{59765A46-5FB2-4085-93F5-2677052A5ECB}" destId="{0EBC9A6D-9505-46DA-A55F-56AA01E5A5CB}" srcOrd="2" destOrd="0" presId="urn:microsoft.com/office/officeart/2018/5/layout/IconCircleLabelList"/>
    <dgm:cxn modelId="{9F3C8704-BFF1-4A03-BC64-10DA198EC521}" type="presParOf" srcId="{59765A46-5FB2-4085-93F5-2677052A5ECB}" destId="{3BB69BE3-EF7D-4094-8DB9-7DF9F6A934CD}" srcOrd="3" destOrd="0" presId="urn:microsoft.com/office/officeart/2018/5/layout/IconCircleLabelList"/>
    <dgm:cxn modelId="{8A030CC9-3026-415E-AD75-8EC2316264A0}" type="presParOf" srcId="{8516676F-64A4-4382-82EB-1FFD775462D2}" destId="{A27944E5-5AA5-4EF3-A5BE-DDF4388D4C65}" srcOrd="7" destOrd="0" presId="urn:microsoft.com/office/officeart/2018/5/layout/IconCircleLabelList"/>
    <dgm:cxn modelId="{1B1BA281-433F-49B7-9954-119A9B3D6841}" type="presParOf" srcId="{8516676F-64A4-4382-82EB-1FFD775462D2}" destId="{A1A844AF-8590-4A2D-B009-8CBE18018FB8}" srcOrd="8" destOrd="0" presId="urn:microsoft.com/office/officeart/2018/5/layout/IconCircleLabelList"/>
    <dgm:cxn modelId="{23A39E45-572F-4D04-96C2-EBEC409D0F43}" type="presParOf" srcId="{A1A844AF-8590-4A2D-B009-8CBE18018FB8}" destId="{8FBD1054-D276-4B3D-AB18-7E4B4191E186}" srcOrd="0" destOrd="0" presId="urn:microsoft.com/office/officeart/2018/5/layout/IconCircleLabelList"/>
    <dgm:cxn modelId="{DCB418F8-F38E-4DF1-B10E-5C6BA7997582}" type="presParOf" srcId="{A1A844AF-8590-4A2D-B009-8CBE18018FB8}" destId="{D0D5D087-1DC2-4596-857A-7C9684F080C5}" srcOrd="1" destOrd="0" presId="urn:microsoft.com/office/officeart/2018/5/layout/IconCircleLabelList"/>
    <dgm:cxn modelId="{3426A38C-8F64-491D-AB2B-B3C95B744FC8}" type="presParOf" srcId="{A1A844AF-8590-4A2D-B009-8CBE18018FB8}" destId="{D619D3FF-E51E-4635-A732-740BEC08501A}" srcOrd="2" destOrd="0" presId="urn:microsoft.com/office/officeart/2018/5/layout/IconCircleLabelList"/>
    <dgm:cxn modelId="{91339C15-3880-4488-BEC7-93CFB6781724}" type="presParOf" srcId="{A1A844AF-8590-4A2D-B009-8CBE18018FB8}" destId="{1B8086C1-F457-45C7-8445-D8362733E7B8}" srcOrd="3" destOrd="0" presId="urn:microsoft.com/office/officeart/2018/5/layout/IconCircleLabelList"/>
    <dgm:cxn modelId="{8166F7CF-E534-4CB5-B221-8D2600F88648}" type="presParOf" srcId="{8516676F-64A4-4382-82EB-1FFD775462D2}" destId="{4F7169CD-E443-4E8D-AEC9-493E92927E76}" srcOrd="9" destOrd="0" presId="urn:microsoft.com/office/officeart/2018/5/layout/IconCircleLabelList"/>
    <dgm:cxn modelId="{E39A306D-AD2B-4586-9CF7-9ACEA4AC6406}" type="presParOf" srcId="{8516676F-64A4-4382-82EB-1FFD775462D2}" destId="{5A319F9E-F959-4E7F-B68B-AE1FFA420E4A}" srcOrd="10" destOrd="0" presId="urn:microsoft.com/office/officeart/2018/5/layout/IconCircleLabelList"/>
    <dgm:cxn modelId="{8CF42249-E5BF-4667-8ACC-BFE486899238}" type="presParOf" srcId="{5A319F9E-F959-4E7F-B68B-AE1FFA420E4A}" destId="{3F67225A-A630-47AB-BBF0-0A9D356A6F35}" srcOrd="0" destOrd="0" presId="urn:microsoft.com/office/officeart/2018/5/layout/IconCircleLabelList"/>
    <dgm:cxn modelId="{73801633-E260-44C9-B95D-FD6DE4DD64AE}" type="presParOf" srcId="{5A319F9E-F959-4E7F-B68B-AE1FFA420E4A}" destId="{4762B98F-59D9-48E0-8328-E2E83A930E1F}" srcOrd="1" destOrd="0" presId="urn:microsoft.com/office/officeart/2018/5/layout/IconCircleLabelList"/>
    <dgm:cxn modelId="{310D5567-8B27-483A-A646-64C777C48555}" type="presParOf" srcId="{5A319F9E-F959-4E7F-B68B-AE1FFA420E4A}" destId="{991F4BA2-35E6-4C95-99CE-EFB79DCADFAB}" srcOrd="2" destOrd="0" presId="urn:microsoft.com/office/officeart/2018/5/layout/IconCircleLabelList"/>
    <dgm:cxn modelId="{E084FC32-FD00-48E1-8FC6-8A17CD241650}" type="presParOf" srcId="{5A319F9E-F959-4E7F-B68B-AE1FFA420E4A}" destId="{5EAC950E-1862-4DDE-93F8-8EADCBDB521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7DFE65-2327-435B-9337-39DFD7BE082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B94FEC-4AF5-4CD3-851D-DFA9085C9689}">
      <dgm:prSet/>
      <dgm:spPr/>
      <dgm:t>
        <a:bodyPr/>
        <a:lstStyle/>
        <a:p>
          <a:pPr>
            <a:defRPr cap="all"/>
          </a:pPr>
          <a:r>
            <a:rPr lang="en-US"/>
            <a:t>The Solution should use Open-Source tools. </a:t>
          </a:r>
        </a:p>
      </dgm:t>
    </dgm:pt>
    <dgm:pt modelId="{11A71204-50AD-46D2-9ADD-9091A8EFF2AC}" type="parTrans" cxnId="{C11870E3-EAAD-4C33-85E5-52D188DB2B94}">
      <dgm:prSet/>
      <dgm:spPr/>
      <dgm:t>
        <a:bodyPr/>
        <a:lstStyle/>
        <a:p>
          <a:endParaRPr lang="en-US"/>
        </a:p>
      </dgm:t>
    </dgm:pt>
    <dgm:pt modelId="{DD00AAD9-A897-405A-A3E3-42090BC313B1}" type="sibTrans" cxnId="{C11870E3-EAAD-4C33-85E5-52D188DB2B94}">
      <dgm:prSet/>
      <dgm:spPr/>
      <dgm:t>
        <a:bodyPr/>
        <a:lstStyle/>
        <a:p>
          <a:endParaRPr lang="en-US"/>
        </a:p>
      </dgm:t>
    </dgm:pt>
    <dgm:pt modelId="{75ABEF50-7402-4C21-B996-1DEAFF8AFCE2}">
      <dgm:prSet/>
      <dgm:spPr/>
      <dgm:t>
        <a:bodyPr/>
        <a:lstStyle/>
        <a:p>
          <a:pPr>
            <a:defRPr cap="all"/>
          </a:pPr>
          <a:r>
            <a:rPr lang="en-US"/>
            <a:t>Client's source system pushes data into SFTP server.</a:t>
          </a:r>
        </a:p>
      </dgm:t>
    </dgm:pt>
    <dgm:pt modelId="{0C8E2AE4-2F6C-4A00-A6DE-BB20A230232F}" type="parTrans" cxnId="{201AE530-A231-4FFF-8EAA-D9C4A3B27E19}">
      <dgm:prSet/>
      <dgm:spPr/>
      <dgm:t>
        <a:bodyPr/>
        <a:lstStyle/>
        <a:p>
          <a:endParaRPr lang="en-US"/>
        </a:p>
      </dgm:t>
    </dgm:pt>
    <dgm:pt modelId="{74C61383-0008-4111-9B89-A6BE17CB34F1}" type="sibTrans" cxnId="{201AE530-A231-4FFF-8EAA-D9C4A3B27E19}">
      <dgm:prSet/>
      <dgm:spPr/>
      <dgm:t>
        <a:bodyPr/>
        <a:lstStyle/>
        <a:p>
          <a:endParaRPr lang="en-US"/>
        </a:p>
      </dgm:t>
    </dgm:pt>
    <dgm:pt modelId="{2EF3B77A-A9FA-471F-BC38-A018B497B013}">
      <dgm:prSet/>
      <dgm:spPr/>
      <dgm:t>
        <a:bodyPr/>
        <a:lstStyle/>
        <a:p>
          <a:pPr>
            <a:defRPr cap="all"/>
          </a:pPr>
          <a:r>
            <a:rPr lang="en-US"/>
            <a:t>Business wants to have clean and high-quality data monthly.</a:t>
          </a:r>
        </a:p>
      </dgm:t>
    </dgm:pt>
    <dgm:pt modelId="{4B13B94C-2E7F-4855-8672-D72418A692A6}" type="parTrans" cxnId="{50481CBF-F53D-4450-9154-6FA93F612369}">
      <dgm:prSet/>
      <dgm:spPr/>
      <dgm:t>
        <a:bodyPr/>
        <a:lstStyle/>
        <a:p>
          <a:endParaRPr lang="en-US"/>
        </a:p>
      </dgm:t>
    </dgm:pt>
    <dgm:pt modelId="{9C2348FB-F56B-4107-B8ED-D50F708A04AF}" type="sibTrans" cxnId="{50481CBF-F53D-4450-9154-6FA93F612369}">
      <dgm:prSet/>
      <dgm:spPr/>
      <dgm:t>
        <a:bodyPr/>
        <a:lstStyle/>
        <a:p>
          <a:endParaRPr lang="en-US"/>
        </a:p>
      </dgm:t>
    </dgm:pt>
    <dgm:pt modelId="{3F235198-5449-4DC8-BEA2-4EEE7C304447}" type="pres">
      <dgm:prSet presAssocID="{5E7DFE65-2327-435B-9337-39DFD7BE0827}" presName="root" presStyleCnt="0">
        <dgm:presLayoutVars>
          <dgm:dir/>
          <dgm:resizeHandles val="exact"/>
        </dgm:presLayoutVars>
      </dgm:prSet>
      <dgm:spPr/>
    </dgm:pt>
    <dgm:pt modelId="{2CDA7EBE-5CB4-4159-BCA9-684392638D7A}" type="pres">
      <dgm:prSet presAssocID="{54B94FEC-4AF5-4CD3-851D-DFA9085C9689}" presName="compNode" presStyleCnt="0"/>
      <dgm:spPr/>
    </dgm:pt>
    <dgm:pt modelId="{49FBC316-0CF0-41E4-AFAB-3CA576906B41}" type="pres">
      <dgm:prSet presAssocID="{54B94FEC-4AF5-4CD3-851D-DFA9085C9689}" presName="iconBgRect" presStyleLbl="bgShp" presStyleIdx="0" presStyleCnt="3"/>
      <dgm:spPr>
        <a:prstGeom prst="round2DiagRect">
          <a:avLst>
            <a:gd name="adj1" fmla="val 29727"/>
            <a:gd name="adj2" fmla="val 0"/>
          </a:avLst>
        </a:prstGeom>
      </dgm:spPr>
    </dgm:pt>
    <dgm:pt modelId="{8399263E-1805-4323-AEB5-5052E84312B6}" type="pres">
      <dgm:prSet presAssocID="{54B94FEC-4AF5-4CD3-851D-DFA9085C968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F58CED8F-00A2-4A41-A812-E08BF62AB0A5}" type="pres">
      <dgm:prSet presAssocID="{54B94FEC-4AF5-4CD3-851D-DFA9085C9689}" presName="spaceRect" presStyleCnt="0"/>
      <dgm:spPr/>
    </dgm:pt>
    <dgm:pt modelId="{6AC0423D-6063-420A-8E34-E8B7CA7A545E}" type="pres">
      <dgm:prSet presAssocID="{54B94FEC-4AF5-4CD3-851D-DFA9085C9689}" presName="textRect" presStyleLbl="revTx" presStyleIdx="0" presStyleCnt="3">
        <dgm:presLayoutVars>
          <dgm:chMax val="1"/>
          <dgm:chPref val="1"/>
        </dgm:presLayoutVars>
      </dgm:prSet>
      <dgm:spPr/>
    </dgm:pt>
    <dgm:pt modelId="{39AA34C1-33C5-465B-9859-CDD80274F4BF}" type="pres">
      <dgm:prSet presAssocID="{DD00AAD9-A897-405A-A3E3-42090BC313B1}" presName="sibTrans" presStyleCnt="0"/>
      <dgm:spPr/>
    </dgm:pt>
    <dgm:pt modelId="{3A415591-4A64-476B-8198-19EB72AAF594}" type="pres">
      <dgm:prSet presAssocID="{75ABEF50-7402-4C21-B996-1DEAFF8AFCE2}" presName="compNode" presStyleCnt="0"/>
      <dgm:spPr/>
    </dgm:pt>
    <dgm:pt modelId="{1E858F18-D491-42E7-8B02-0EEFC8768A70}" type="pres">
      <dgm:prSet presAssocID="{75ABEF50-7402-4C21-B996-1DEAFF8AFCE2}" presName="iconBgRect" presStyleLbl="bgShp" presStyleIdx="1" presStyleCnt="3"/>
      <dgm:spPr>
        <a:prstGeom prst="round2DiagRect">
          <a:avLst>
            <a:gd name="adj1" fmla="val 29727"/>
            <a:gd name="adj2" fmla="val 0"/>
          </a:avLst>
        </a:prstGeom>
      </dgm:spPr>
    </dgm:pt>
    <dgm:pt modelId="{58C6D31B-BA99-457C-8E13-86EBC4699A9D}" type="pres">
      <dgm:prSet presAssocID="{75ABEF50-7402-4C21-B996-1DEAFF8AFC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33291AAB-8007-47D5-9B94-278648A45668}" type="pres">
      <dgm:prSet presAssocID="{75ABEF50-7402-4C21-B996-1DEAFF8AFCE2}" presName="spaceRect" presStyleCnt="0"/>
      <dgm:spPr/>
    </dgm:pt>
    <dgm:pt modelId="{931FD468-2F54-4B86-9082-D0C9028AB3A5}" type="pres">
      <dgm:prSet presAssocID="{75ABEF50-7402-4C21-B996-1DEAFF8AFCE2}" presName="textRect" presStyleLbl="revTx" presStyleIdx="1" presStyleCnt="3">
        <dgm:presLayoutVars>
          <dgm:chMax val="1"/>
          <dgm:chPref val="1"/>
        </dgm:presLayoutVars>
      </dgm:prSet>
      <dgm:spPr/>
    </dgm:pt>
    <dgm:pt modelId="{FB706D71-72FD-423D-AA41-3ABC802E1F85}" type="pres">
      <dgm:prSet presAssocID="{74C61383-0008-4111-9B89-A6BE17CB34F1}" presName="sibTrans" presStyleCnt="0"/>
      <dgm:spPr/>
    </dgm:pt>
    <dgm:pt modelId="{327B8566-1D2F-47E8-95D8-D663A0CFD121}" type="pres">
      <dgm:prSet presAssocID="{2EF3B77A-A9FA-471F-BC38-A018B497B013}" presName="compNode" presStyleCnt="0"/>
      <dgm:spPr/>
    </dgm:pt>
    <dgm:pt modelId="{178979A5-54C2-4D36-A14A-157693D2DCDC}" type="pres">
      <dgm:prSet presAssocID="{2EF3B77A-A9FA-471F-BC38-A018B497B013}" presName="iconBgRect" presStyleLbl="bgShp" presStyleIdx="2" presStyleCnt="3"/>
      <dgm:spPr>
        <a:prstGeom prst="round2DiagRect">
          <a:avLst>
            <a:gd name="adj1" fmla="val 29727"/>
            <a:gd name="adj2" fmla="val 0"/>
          </a:avLst>
        </a:prstGeom>
      </dgm:spPr>
    </dgm:pt>
    <dgm:pt modelId="{F92D2A7D-8389-4648-A309-169B2406BEBF}" type="pres">
      <dgm:prSet presAssocID="{2EF3B77A-A9FA-471F-BC38-A018B497B0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D2F5180D-3095-4C36-8426-91A589A61E9B}" type="pres">
      <dgm:prSet presAssocID="{2EF3B77A-A9FA-471F-BC38-A018B497B013}" presName="spaceRect" presStyleCnt="0"/>
      <dgm:spPr/>
    </dgm:pt>
    <dgm:pt modelId="{799520E9-08E3-409C-A0B9-7EACD2DC6036}" type="pres">
      <dgm:prSet presAssocID="{2EF3B77A-A9FA-471F-BC38-A018B497B013}" presName="textRect" presStyleLbl="revTx" presStyleIdx="2" presStyleCnt="3">
        <dgm:presLayoutVars>
          <dgm:chMax val="1"/>
          <dgm:chPref val="1"/>
        </dgm:presLayoutVars>
      </dgm:prSet>
      <dgm:spPr/>
    </dgm:pt>
  </dgm:ptLst>
  <dgm:cxnLst>
    <dgm:cxn modelId="{201AE530-A231-4FFF-8EAA-D9C4A3B27E19}" srcId="{5E7DFE65-2327-435B-9337-39DFD7BE0827}" destId="{75ABEF50-7402-4C21-B996-1DEAFF8AFCE2}" srcOrd="1" destOrd="0" parTransId="{0C8E2AE4-2F6C-4A00-A6DE-BB20A230232F}" sibTransId="{74C61383-0008-4111-9B89-A6BE17CB34F1}"/>
    <dgm:cxn modelId="{B4EE4D36-414F-454A-B5DF-72ABA9C4A109}" type="presOf" srcId="{5E7DFE65-2327-435B-9337-39DFD7BE0827}" destId="{3F235198-5449-4DC8-BEA2-4EEE7C304447}" srcOrd="0" destOrd="0" presId="urn:microsoft.com/office/officeart/2018/5/layout/IconLeafLabelList"/>
    <dgm:cxn modelId="{209E347D-E3D0-47C5-A7A8-3A4EF466BAC2}" type="presOf" srcId="{75ABEF50-7402-4C21-B996-1DEAFF8AFCE2}" destId="{931FD468-2F54-4B86-9082-D0C9028AB3A5}" srcOrd="0" destOrd="0" presId="urn:microsoft.com/office/officeart/2018/5/layout/IconLeafLabelList"/>
    <dgm:cxn modelId="{EE1A8785-2EDA-4DB2-AE77-17CC12336963}" type="presOf" srcId="{2EF3B77A-A9FA-471F-BC38-A018B497B013}" destId="{799520E9-08E3-409C-A0B9-7EACD2DC6036}" srcOrd="0" destOrd="0" presId="urn:microsoft.com/office/officeart/2018/5/layout/IconLeafLabelList"/>
    <dgm:cxn modelId="{122F0788-0E2F-4203-A8F0-EB424B7C33ED}" type="presOf" srcId="{54B94FEC-4AF5-4CD3-851D-DFA9085C9689}" destId="{6AC0423D-6063-420A-8E34-E8B7CA7A545E}" srcOrd="0" destOrd="0" presId="urn:microsoft.com/office/officeart/2018/5/layout/IconLeafLabelList"/>
    <dgm:cxn modelId="{50481CBF-F53D-4450-9154-6FA93F612369}" srcId="{5E7DFE65-2327-435B-9337-39DFD7BE0827}" destId="{2EF3B77A-A9FA-471F-BC38-A018B497B013}" srcOrd="2" destOrd="0" parTransId="{4B13B94C-2E7F-4855-8672-D72418A692A6}" sibTransId="{9C2348FB-F56B-4107-B8ED-D50F708A04AF}"/>
    <dgm:cxn modelId="{C11870E3-EAAD-4C33-85E5-52D188DB2B94}" srcId="{5E7DFE65-2327-435B-9337-39DFD7BE0827}" destId="{54B94FEC-4AF5-4CD3-851D-DFA9085C9689}" srcOrd="0" destOrd="0" parTransId="{11A71204-50AD-46D2-9ADD-9091A8EFF2AC}" sibTransId="{DD00AAD9-A897-405A-A3E3-42090BC313B1}"/>
    <dgm:cxn modelId="{15FA3758-4ACF-4F79-8622-115958441360}" type="presParOf" srcId="{3F235198-5449-4DC8-BEA2-4EEE7C304447}" destId="{2CDA7EBE-5CB4-4159-BCA9-684392638D7A}" srcOrd="0" destOrd="0" presId="urn:microsoft.com/office/officeart/2018/5/layout/IconLeafLabelList"/>
    <dgm:cxn modelId="{82D0CD67-9AA0-4393-8AB5-5EB6B8493BBB}" type="presParOf" srcId="{2CDA7EBE-5CB4-4159-BCA9-684392638D7A}" destId="{49FBC316-0CF0-41E4-AFAB-3CA576906B41}" srcOrd="0" destOrd="0" presId="urn:microsoft.com/office/officeart/2018/5/layout/IconLeafLabelList"/>
    <dgm:cxn modelId="{FB893575-E9F3-4EC3-AB10-8B97016E7FF1}" type="presParOf" srcId="{2CDA7EBE-5CB4-4159-BCA9-684392638D7A}" destId="{8399263E-1805-4323-AEB5-5052E84312B6}" srcOrd="1" destOrd="0" presId="urn:microsoft.com/office/officeart/2018/5/layout/IconLeafLabelList"/>
    <dgm:cxn modelId="{E5D81A4A-66D8-4311-9CA9-34818247862D}" type="presParOf" srcId="{2CDA7EBE-5CB4-4159-BCA9-684392638D7A}" destId="{F58CED8F-00A2-4A41-A812-E08BF62AB0A5}" srcOrd="2" destOrd="0" presId="urn:microsoft.com/office/officeart/2018/5/layout/IconLeafLabelList"/>
    <dgm:cxn modelId="{641B1C47-EA37-43E9-8EB1-20EC6F7356EC}" type="presParOf" srcId="{2CDA7EBE-5CB4-4159-BCA9-684392638D7A}" destId="{6AC0423D-6063-420A-8E34-E8B7CA7A545E}" srcOrd="3" destOrd="0" presId="urn:microsoft.com/office/officeart/2018/5/layout/IconLeafLabelList"/>
    <dgm:cxn modelId="{D5E5DD73-913B-4BB4-ABF3-D7BD663E960E}" type="presParOf" srcId="{3F235198-5449-4DC8-BEA2-4EEE7C304447}" destId="{39AA34C1-33C5-465B-9859-CDD80274F4BF}" srcOrd="1" destOrd="0" presId="urn:microsoft.com/office/officeart/2018/5/layout/IconLeafLabelList"/>
    <dgm:cxn modelId="{0DC1FBDF-3120-45B6-B52B-30B6CECB797B}" type="presParOf" srcId="{3F235198-5449-4DC8-BEA2-4EEE7C304447}" destId="{3A415591-4A64-476B-8198-19EB72AAF594}" srcOrd="2" destOrd="0" presId="urn:microsoft.com/office/officeart/2018/5/layout/IconLeafLabelList"/>
    <dgm:cxn modelId="{0A1ADA34-0424-4FC1-A925-58E309EFF643}" type="presParOf" srcId="{3A415591-4A64-476B-8198-19EB72AAF594}" destId="{1E858F18-D491-42E7-8B02-0EEFC8768A70}" srcOrd="0" destOrd="0" presId="urn:microsoft.com/office/officeart/2018/5/layout/IconLeafLabelList"/>
    <dgm:cxn modelId="{37BD61E4-588A-43DE-84E3-FA29F196A511}" type="presParOf" srcId="{3A415591-4A64-476B-8198-19EB72AAF594}" destId="{58C6D31B-BA99-457C-8E13-86EBC4699A9D}" srcOrd="1" destOrd="0" presId="urn:microsoft.com/office/officeart/2018/5/layout/IconLeafLabelList"/>
    <dgm:cxn modelId="{7A8845C6-705B-4CCF-8A48-3CC007F6A708}" type="presParOf" srcId="{3A415591-4A64-476B-8198-19EB72AAF594}" destId="{33291AAB-8007-47D5-9B94-278648A45668}" srcOrd="2" destOrd="0" presId="urn:microsoft.com/office/officeart/2018/5/layout/IconLeafLabelList"/>
    <dgm:cxn modelId="{09081E3F-E56A-4BF2-8A82-41412F3B05BD}" type="presParOf" srcId="{3A415591-4A64-476B-8198-19EB72AAF594}" destId="{931FD468-2F54-4B86-9082-D0C9028AB3A5}" srcOrd="3" destOrd="0" presId="urn:microsoft.com/office/officeart/2018/5/layout/IconLeafLabelList"/>
    <dgm:cxn modelId="{8DDAFD26-665D-427F-AA37-177D8F4D7418}" type="presParOf" srcId="{3F235198-5449-4DC8-BEA2-4EEE7C304447}" destId="{FB706D71-72FD-423D-AA41-3ABC802E1F85}" srcOrd="3" destOrd="0" presId="urn:microsoft.com/office/officeart/2018/5/layout/IconLeafLabelList"/>
    <dgm:cxn modelId="{3A48D7DF-CAFB-4863-AD38-40D48F549AEA}" type="presParOf" srcId="{3F235198-5449-4DC8-BEA2-4EEE7C304447}" destId="{327B8566-1D2F-47E8-95D8-D663A0CFD121}" srcOrd="4" destOrd="0" presId="urn:microsoft.com/office/officeart/2018/5/layout/IconLeafLabelList"/>
    <dgm:cxn modelId="{CDFD02C0-163B-4227-A543-BE1F1FCC19E0}" type="presParOf" srcId="{327B8566-1D2F-47E8-95D8-D663A0CFD121}" destId="{178979A5-54C2-4D36-A14A-157693D2DCDC}" srcOrd="0" destOrd="0" presId="urn:microsoft.com/office/officeart/2018/5/layout/IconLeafLabelList"/>
    <dgm:cxn modelId="{560D2969-89E5-43D8-9569-0F6A0A6CDF7D}" type="presParOf" srcId="{327B8566-1D2F-47E8-95D8-D663A0CFD121}" destId="{F92D2A7D-8389-4648-A309-169B2406BEBF}" srcOrd="1" destOrd="0" presId="urn:microsoft.com/office/officeart/2018/5/layout/IconLeafLabelList"/>
    <dgm:cxn modelId="{B14C6C69-7C9D-48E6-9490-E5FFEA49CE02}" type="presParOf" srcId="{327B8566-1D2F-47E8-95D8-D663A0CFD121}" destId="{D2F5180D-3095-4C36-8426-91A589A61E9B}" srcOrd="2" destOrd="0" presId="urn:microsoft.com/office/officeart/2018/5/layout/IconLeafLabelList"/>
    <dgm:cxn modelId="{E0EEC591-E46E-47EB-A315-A68272205A60}" type="presParOf" srcId="{327B8566-1D2F-47E8-95D8-D663A0CFD121}" destId="{799520E9-08E3-409C-A0B9-7EACD2DC603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FCE15E-BB34-45D0-B448-9526ADAF8249}">
      <dsp:nvSpPr>
        <dsp:cNvPr id="0" name=""/>
        <dsp:cNvSpPr/>
      </dsp:nvSpPr>
      <dsp:spPr>
        <a:xfrm>
          <a:off x="519956" y="817806"/>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AE9226-1FCD-4936-9020-D41B36784106}">
      <dsp:nvSpPr>
        <dsp:cNvPr id="0" name=""/>
        <dsp:cNvSpPr/>
      </dsp:nvSpPr>
      <dsp:spPr>
        <a:xfrm>
          <a:off x="753956" y="1051806"/>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201445-B269-4AED-BF6E-F8F9B3D75AD2}">
      <dsp:nvSpPr>
        <dsp:cNvPr id="0" name=""/>
        <dsp:cNvSpPr/>
      </dsp:nvSpPr>
      <dsp:spPr>
        <a:xfrm>
          <a:off x="168956" y="225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Propose an MVP Solution. </a:t>
          </a:r>
        </a:p>
      </dsp:txBody>
      <dsp:txXfrm>
        <a:off x="168956" y="2257806"/>
        <a:ext cx="1800000" cy="720000"/>
      </dsp:txXfrm>
    </dsp:sp>
    <dsp:sp modelId="{09041D4D-257F-4AC2-AD26-EDB1891D8896}">
      <dsp:nvSpPr>
        <dsp:cNvPr id="0" name=""/>
        <dsp:cNvSpPr/>
      </dsp:nvSpPr>
      <dsp:spPr>
        <a:xfrm>
          <a:off x="2634956" y="817806"/>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BEDB0-104B-457E-839C-1B2E71E2E243}">
      <dsp:nvSpPr>
        <dsp:cNvPr id="0" name=""/>
        <dsp:cNvSpPr/>
      </dsp:nvSpPr>
      <dsp:spPr>
        <a:xfrm>
          <a:off x="2868956" y="1051806"/>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ECB440-70CD-4F79-AE22-C04389845980}">
      <dsp:nvSpPr>
        <dsp:cNvPr id="0" name=""/>
        <dsp:cNvSpPr/>
      </dsp:nvSpPr>
      <dsp:spPr>
        <a:xfrm>
          <a:off x="2283956" y="225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Perform ETL Operation on the Data through automation.</a:t>
          </a:r>
        </a:p>
      </dsp:txBody>
      <dsp:txXfrm>
        <a:off x="2283956" y="2257806"/>
        <a:ext cx="1800000" cy="720000"/>
      </dsp:txXfrm>
    </dsp:sp>
    <dsp:sp modelId="{E95ECE5F-C620-410B-8072-F816CE301985}">
      <dsp:nvSpPr>
        <dsp:cNvPr id="0" name=""/>
        <dsp:cNvSpPr/>
      </dsp:nvSpPr>
      <dsp:spPr>
        <a:xfrm>
          <a:off x="4749956" y="817806"/>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02170B-F16B-4284-B12F-9B1F36AD58FF}">
      <dsp:nvSpPr>
        <dsp:cNvPr id="0" name=""/>
        <dsp:cNvSpPr/>
      </dsp:nvSpPr>
      <dsp:spPr>
        <a:xfrm>
          <a:off x="4983956" y="1051806"/>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390EE-8B1D-4FD3-873D-6D191EBA3928}">
      <dsp:nvSpPr>
        <dsp:cNvPr id="0" name=""/>
        <dsp:cNvSpPr/>
      </dsp:nvSpPr>
      <dsp:spPr>
        <a:xfrm>
          <a:off x="4398956" y="225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Work through Data inconsistency issues. </a:t>
          </a:r>
        </a:p>
      </dsp:txBody>
      <dsp:txXfrm>
        <a:off x="4398956" y="2257806"/>
        <a:ext cx="1800000" cy="720000"/>
      </dsp:txXfrm>
    </dsp:sp>
    <dsp:sp modelId="{C98E99F8-FD67-4BE9-BD9B-CCE20E235266}">
      <dsp:nvSpPr>
        <dsp:cNvPr id="0" name=""/>
        <dsp:cNvSpPr/>
      </dsp:nvSpPr>
      <dsp:spPr>
        <a:xfrm>
          <a:off x="519956" y="3427806"/>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CD0672-CA40-4950-9618-336ABD7B0499}">
      <dsp:nvSpPr>
        <dsp:cNvPr id="0" name=""/>
        <dsp:cNvSpPr/>
      </dsp:nvSpPr>
      <dsp:spPr>
        <a:xfrm>
          <a:off x="753956" y="3661806"/>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B69BE3-EF7D-4094-8DB9-7DF9F6A934CD}">
      <dsp:nvSpPr>
        <dsp:cNvPr id="0" name=""/>
        <dsp:cNvSpPr/>
      </dsp:nvSpPr>
      <dsp:spPr>
        <a:xfrm>
          <a:off x="168956" y="486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Prepare a high-level structure of the MVP.</a:t>
          </a:r>
        </a:p>
      </dsp:txBody>
      <dsp:txXfrm>
        <a:off x="168956" y="4867806"/>
        <a:ext cx="1800000" cy="720000"/>
      </dsp:txXfrm>
    </dsp:sp>
    <dsp:sp modelId="{8FBD1054-D276-4B3D-AB18-7E4B4191E186}">
      <dsp:nvSpPr>
        <dsp:cNvPr id="0" name=""/>
        <dsp:cNvSpPr/>
      </dsp:nvSpPr>
      <dsp:spPr>
        <a:xfrm>
          <a:off x="2634956" y="3427806"/>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D5D087-1DC2-4596-857A-7C9684F080C5}">
      <dsp:nvSpPr>
        <dsp:cNvPr id="0" name=""/>
        <dsp:cNvSpPr/>
      </dsp:nvSpPr>
      <dsp:spPr>
        <a:xfrm>
          <a:off x="2868956" y="3661806"/>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8086C1-F457-45C7-8445-D8362733E7B8}">
      <dsp:nvSpPr>
        <dsp:cNvPr id="0" name=""/>
        <dsp:cNvSpPr/>
      </dsp:nvSpPr>
      <dsp:spPr>
        <a:xfrm>
          <a:off x="2283956" y="486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Analyze inconsistencies and propose solutions / next steps for the same.</a:t>
          </a:r>
        </a:p>
      </dsp:txBody>
      <dsp:txXfrm>
        <a:off x="2283956" y="4867806"/>
        <a:ext cx="1800000" cy="720000"/>
      </dsp:txXfrm>
    </dsp:sp>
    <dsp:sp modelId="{3F67225A-A630-47AB-BBF0-0A9D356A6F35}">
      <dsp:nvSpPr>
        <dsp:cNvPr id="0" name=""/>
        <dsp:cNvSpPr/>
      </dsp:nvSpPr>
      <dsp:spPr>
        <a:xfrm>
          <a:off x="4749956" y="3427806"/>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62B98F-59D9-48E0-8328-E2E83A930E1F}">
      <dsp:nvSpPr>
        <dsp:cNvPr id="0" name=""/>
        <dsp:cNvSpPr/>
      </dsp:nvSpPr>
      <dsp:spPr>
        <a:xfrm>
          <a:off x="4983956" y="3661806"/>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AC950E-1862-4DDE-93F8-8EADCBDB5218}">
      <dsp:nvSpPr>
        <dsp:cNvPr id="0" name=""/>
        <dsp:cNvSpPr/>
      </dsp:nvSpPr>
      <dsp:spPr>
        <a:xfrm>
          <a:off x="4398956" y="486780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Bonus: Suggest improvement to the existing process. </a:t>
          </a:r>
        </a:p>
      </dsp:txBody>
      <dsp:txXfrm>
        <a:off x="4398956" y="4867806"/>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FBC316-0CF0-41E4-AFAB-3CA576906B41}">
      <dsp:nvSpPr>
        <dsp:cNvPr id="0" name=""/>
        <dsp:cNvSpPr/>
      </dsp:nvSpPr>
      <dsp:spPr>
        <a:xfrm>
          <a:off x="456164" y="76758"/>
          <a:ext cx="1338187" cy="1338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99263E-1805-4323-AEB5-5052E84312B6}">
      <dsp:nvSpPr>
        <dsp:cNvPr id="0" name=""/>
        <dsp:cNvSpPr/>
      </dsp:nvSpPr>
      <dsp:spPr>
        <a:xfrm>
          <a:off x="741351" y="361946"/>
          <a:ext cx="767812" cy="767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C0423D-6063-420A-8E34-E8B7CA7A545E}">
      <dsp:nvSpPr>
        <dsp:cNvPr id="0" name=""/>
        <dsp:cNvSpPr/>
      </dsp:nvSpPr>
      <dsp:spPr>
        <a:xfrm>
          <a:off x="28382" y="183175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The Solution should use Open-Source tools. </a:t>
          </a:r>
        </a:p>
      </dsp:txBody>
      <dsp:txXfrm>
        <a:off x="28382" y="1831758"/>
        <a:ext cx="2193750" cy="720000"/>
      </dsp:txXfrm>
    </dsp:sp>
    <dsp:sp modelId="{1E858F18-D491-42E7-8B02-0EEFC8768A70}">
      <dsp:nvSpPr>
        <dsp:cNvPr id="0" name=""/>
        <dsp:cNvSpPr/>
      </dsp:nvSpPr>
      <dsp:spPr>
        <a:xfrm>
          <a:off x="3033820" y="76758"/>
          <a:ext cx="1338187" cy="1338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C6D31B-BA99-457C-8E13-86EBC4699A9D}">
      <dsp:nvSpPr>
        <dsp:cNvPr id="0" name=""/>
        <dsp:cNvSpPr/>
      </dsp:nvSpPr>
      <dsp:spPr>
        <a:xfrm>
          <a:off x="3319007" y="361946"/>
          <a:ext cx="767812" cy="767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1FD468-2F54-4B86-9082-D0C9028AB3A5}">
      <dsp:nvSpPr>
        <dsp:cNvPr id="0" name=""/>
        <dsp:cNvSpPr/>
      </dsp:nvSpPr>
      <dsp:spPr>
        <a:xfrm>
          <a:off x="2606039" y="183175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Client's source system pushes data into SFTP server.</a:t>
          </a:r>
        </a:p>
      </dsp:txBody>
      <dsp:txXfrm>
        <a:off x="2606039" y="1831758"/>
        <a:ext cx="2193750" cy="720000"/>
      </dsp:txXfrm>
    </dsp:sp>
    <dsp:sp modelId="{178979A5-54C2-4D36-A14A-157693D2DCDC}">
      <dsp:nvSpPr>
        <dsp:cNvPr id="0" name=""/>
        <dsp:cNvSpPr/>
      </dsp:nvSpPr>
      <dsp:spPr>
        <a:xfrm>
          <a:off x="1744992" y="3100196"/>
          <a:ext cx="1338187" cy="1338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D2A7D-8389-4648-A309-169B2406BEBF}">
      <dsp:nvSpPr>
        <dsp:cNvPr id="0" name=""/>
        <dsp:cNvSpPr/>
      </dsp:nvSpPr>
      <dsp:spPr>
        <a:xfrm>
          <a:off x="2030179" y="3385383"/>
          <a:ext cx="767812" cy="767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9520E9-08E3-409C-A0B9-7EACD2DC6036}">
      <dsp:nvSpPr>
        <dsp:cNvPr id="0" name=""/>
        <dsp:cNvSpPr/>
      </dsp:nvSpPr>
      <dsp:spPr>
        <a:xfrm>
          <a:off x="1317211" y="4855196"/>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Business wants to have clean and high-quality data monthly.</a:t>
          </a:r>
        </a:p>
      </dsp:txBody>
      <dsp:txXfrm>
        <a:off x="1317211" y="4855196"/>
        <a:ext cx="2193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8EC0F-ECB6-5055-7152-CAAACF3A71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B4B627-E1EB-84D9-20F8-FC229A09C3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C7DB55-5CF3-2C20-4FA1-C115EE772279}"/>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D88E4F33-A54F-662B-CE23-5548A0FDC8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0D8ED-3F14-4A8B-28B3-5F81202D070C}"/>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917675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852C5-C20D-4870-B700-A533AAFF18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BECB05-A372-4C23-E075-D0FA6B5B0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AAF679-8BCF-8B9B-3743-9E0891DA868A}"/>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151C600B-65A0-8FEC-4234-C506CAC27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9CF68-AB11-9542-6595-50D28AF324E7}"/>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510635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62D7-6A24-1F30-2E70-1DB496B9F8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C47349-AE67-711D-243C-F49609DC74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C2D5E2-454D-BA8E-0DA7-F9B7DB085584}"/>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431FB9BE-24D8-A320-3C1F-E29AA11432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41A94-AF97-8447-759B-BF00A144360A}"/>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1486580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EF21-BEA4-F0F2-EAED-7BC8D4E8DB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319270-99EE-DA44-E905-AC4C14246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AC5CA2-79B9-7C4E-4D88-03A686DCEE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6B1978-3CD8-2A13-13EB-76F81B7ED02B}"/>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6" name="Footer Placeholder 5">
            <a:extLst>
              <a:ext uri="{FF2B5EF4-FFF2-40B4-BE49-F238E27FC236}">
                <a16:creationId xmlns:a16="http://schemas.microsoft.com/office/drawing/2014/main" id="{78AC1BDA-263E-2CE4-1131-CE1AA37678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43258F-DBE2-634E-15F6-C4534F50085C}"/>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220065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63175-E5D3-7DE7-11D0-588116FCDA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BC7880-00D9-EA22-1D9A-4D2FBC1F5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2FF761-AD88-0F48-7039-D1120159A9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1FCF0B-AD54-B265-48EC-178E7E7ED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331C27-3CC8-D010-DCA5-EDA110DC22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0A4569-7EBF-E676-7739-94D96EFE53D2}"/>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8" name="Footer Placeholder 7">
            <a:extLst>
              <a:ext uri="{FF2B5EF4-FFF2-40B4-BE49-F238E27FC236}">
                <a16:creationId xmlns:a16="http://schemas.microsoft.com/office/drawing/2014/main" id="{57FCB877-A1CC-399A-7EAC-5C21505559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63521B-B1F7-1A9A-F1C9-5229F2DDF973}"/>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25855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2910B-D1D4-B7A9-0446-672ED64C2C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426CBB-11D0-7C14-5C80-424FF299888F}"/>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4" name="Footer Placeholder 3">
            <a:extLst>
              <a:ext uri="{FF2B5EF4-FFF2-40B4-BE49-F238E27FC236}">
                <a16:creationId xmlns:a16="http://schemas.microsoft.com/office/drawing/2014/main" id="{FF35C966-C35F-531B-6D68-6E5BDF0307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6DE14C-BA62-0BFE-5240-AF155ECA070E}"/>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3547846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B52EE2-6B99-86CF-E887-ED9D7EEB145D}"/>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3" name="Footer Placeholder 2">
            <a:extLst>
              <a:ext uri="{FF2B5EF4-FFF2-40B4-BE49-F238E27FC236}">
                <a16:creationId xmlns:a16="http://schemas.microsoft.com/office/drawing/2014/main" id="{1E51128C-87BF-5DFD-A155-66590F9DC96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CC2853-267B-7EB2-295F-A4145F10760F}"/>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278429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98A2F-F41D-5BFB-E79F-36414129F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D8A665-CCA4-72C5-2841-3C581161B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4387A1-04EB-1C53-9803-33A046413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455FEB-1EE9-ABBD-782C-4AD82202DAB1}"/>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6" name="Footer Placeholder 5">
            <a:extLst>
              <a:ext uri="{FF2B5EF4-FFF2-40B4-BE49-F238E27FC236}">
                <a16:creationId xmlns:a16="http://schemas.microsoft.com/office/drawing/2014/main" id="{AB516571-E5AB-4990-20C4-EE1F6CB5E6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69C34A-B30E-7E25-05F5-A5C9DEDB352B}"/>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408541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AB20B-B515-326C-3E30-87B19122C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D7E0A7-EF77-878B-1577-E3F204DCDF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51D0AA-3D91-CF71-366F-EC4A49DB8A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F1DF1D-D963-0971-B15C-2591597E583B}"/>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6" name="Footer Placeholder 5">
            <a:extLst>
              <a:ext uri="{FF2B5EF4-FFF2-40B4-BE49-F238E27FC236}">
                <a16:creationId xmlns:a16="http://schemas.microsoft.com/office/drawing/2014/main" id="{CC08BDF8-E51F-753F-5E93-A5E3620E87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764D9A-2162-7EBC-18AC-DB5EF4F1A5D8}"/>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711046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98B8-DDB5-1C32-26F4-98A192D039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3FBA89-5E41-B848-AE1A-269239435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E59401-D3A3-2E3C-E6B3-4664FD481571}"/>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D88144EC-ADF5-AC0C-F4B9-DE11A581FA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3AD99F-930F-92E4-DD36-67F3B35F4EE9}"/>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2073604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F12EA4-356C-6B32-8D4B-46A3701615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C12328-C6BA-9E5E-9F95-DC68B575E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0F28D8-5755-9203-6344-5D2E06C4A2A7}"/>
              </a:ext>
            </a:extLst>
          </p:cNvPr>
          <p:cNvSpPr>
            <a:spLocks noGrp="1"/>
          </p:cNvSpPr>
          <p:nvPr>
            <p:ph type="dt" sz="half" idx="10"/>
          </p:nvPr>
        </p:nvSpPr>
        <p:spPr/>
        <p:txBody>
          <a:body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B938AA2C-8026-6B1F-ACE6-2D1ABBF04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88747D-382F-D4D5-CF3E-3AB322752396}"/>
              </a:ext>
            </a:extLst>
          </p:cNvPr>
          <p:cNvSpPr>
            <a:spLocks noGrp="1"/>
          </p:cNvSpPr>
          <p:nvPr>
            <p:ph type="sldNum" sz="quarter" idx="12"/>
          </p:nvPr>
        </p:nvSpPr>
        <p:spPr/>
        <p:txBody>
          <a:bodyPr/>
          <a:lstStyle/>
          <a:p>
            <a:fld id="{F1DBD158-207A-44AB-B1DE-15097E397BAD}" type="slidenum">
              <a:rPr lang="en-IN" smtClean="0"/>
              <a:t>‹#›</a:t>
            </a:fld>
            <a:endParaRPr lang="en-IN"/>
          </a:p>
        </p:txBody>
      </p:sp>
    </p:spTree>
    <p:extLst>
      <p:ext uri="{BB962C8B-B14F-4D97-AF65-F5344CB8AC3E}">
        <p14:creationId xmlns:p14="http://schemas.microsoft.com/office/powerpoint/2010/main" val="377829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FC618-E05B-EBFB-77F0-6FE904EC70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880868-BA08-BDF4-FB06-B6FF0C598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D3FB5A-6BCB-F196-69EC-738C10FDA2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CEFD3-6E66-4D09-9A8A-A5B93CF658EF}" type="datetimeFigureOut">
              <a:rPr lang="en-IN" smtClean="0"/>
              <a:t>09-12-2023</a:t>
            </a:fld>
            <a:endParaRPr lang="en-IN"/>
          </a:p>
        </p:txBody>
      </p:sp>
      <p:sp>
        <p:nvSpPr>
          <p:cNvPr id="5" name="Footer Placeholder 4">
            <a:extLst>
              <a:ext uri="{FF2B5EF4-FFF2-40B4-BE49-F238E27FC236}">
                <a16:creationId xmlns:a16="http://schemas.microsoft.com/office/drawing/2014/main" id="{02F241F0-B336-A8A8-BAD8-AB7A0FC8AB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6E3807A-7290-6EB6-51B0-21087ED348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DBD158-207A-44AB-B1DE-15097E397BAD}" type="slidenum">
              <a:rPr lang="en-IN" smtClean="0"/>
              <a:t>‹#›</a:t>
            </a:fld>
            <a:endParaRPr lang="en-IN"/>
          </a:p>
        </p:txBody>
      </p:sp>
    </p:spTree>
    <p:extLst>
      <p:ext uri="{BB962C8B-B14F-4D97-AF65-F5344CB8AC3E}">
        <p14:creationId xmlns:p14="http://schemas.microsoft.com/office/powerpoint/2010/main" val="3502631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right ladder against dull ladders">
            <a:extLst>
              <a:ext uri="{FF2B5EF4-FFF2-40B4-BE49-F238E27FC236}">
                <a16:creationId xmlns:a16="http://schemas.microsoft.com/office/drawing/2014/main" id="{A9F0C9B4-F780-22C9-6BFC-D9AA5EB2DC94}"/>
              </a:ext>
            </a:extLst>
          </p:cNvPr>
          <p:cNvPicPr>
            <a:picLocks noChangeAspect="1"/>
          </p:cNvPicPr>
          <p:nvPr/>
        </p:nvPicPr>
        <p:blipFill rotWithShape="1">
          <a:blip r:embed="rId2"/>
          <a:srcRect l="13188" t="9091" r="630"/>
          <a:stretch/>
        </p:blipFill>
        <p:spPr>
          <a:xfrm>
            <a:off x="3523488" y="10"/>
            <a:ext cx="8668512" cy="6857990"/>
          </a:xfrm>
          <a:prstGeom prst="rect">
            <a:avLst/>
          </a:prstGeom>
        </p:spPr>
      </p:pic>
      <p:sp>
        <p:nvSpPr>
          <p:cNvPr id="37" name="Rectangle 2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F4FC32F-AD6A-E630-CF72-C0E78ED8134B}"/>
              </a:ext>
            </a:extLst>
          </p:cNvPr>
          <p:cNvSpPr/>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0" cap="none" spc="0">
                <a:ln w="0"/>
                <a:effectLst>
                  <a:outerShdw blurRad="38100" dist="25400" dir="5400000" algn="ctr" rotWithShape="0">
                    <a:srgbClr val="6E747A">
                      <a:alpha val="43000"/>
                    </a:srgbClr>
                  </a:outerShdw>
                </a:effectLst>
                <a:latin typeface="+mj-lt"/>
                <a:ea typeface="+mj-ea"/>
                <a:cs typeface="+mj-cs"/>
              </a:rPr>
              <a:t>High Level System Design Architecture</a:t>
            </a:r>
          </a:p>
        </p:txBody>
      </p:sp>
      <p:sp>
        <p:nvSpPr>
          <p:cNvPr id="38"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8779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5"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47FE9BE9-E36E-362D-46B2-E5D6091D7B95}"/>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Problem Statement.</a:t>
            </a:r>
            <a:endParaRPr lang="en-IN" sz="4800">
              <a:solidFill>
                <a:schemeClr val="bg1"/>
              </a:solidFill>
            </a:endParaRPr>
          </a:p>
        </p:txBody>
      </p:sp>
      <p:graphicFrame>
        <p:nvGraphicFramePr>
          <p:cNvPr id="5" name="Content Placeholder 2">
            <a:extLst>
              <a:ext uri="{FF2B5EF4-FFF2-40B4-BE49-F238E27FC236}">
                <a16:creationId xmlns:a16="http://schemas.microsoft.com/office/drawing/2014/main" id="{B4F3EEC2-1B87-6E90-A440-5DE063A3DA3D}"/>
              </a:ext>
            </a:extLst>
          </p:cNvPr>
          <p:cNvGraphicFramePr>
            <a:graphicFrameLocks noGrp="1"/>
          </p:cNvGraphicFramePr>
          <p:nvPr>
            <p:ph idx="1"/>
            <p:extLst>
              <p:ext uri="{D42A27DB-BD31-4B8C-83A1-F6EECF244321}">
                <p14:modId xmlns:p14="http://schemas.microsoft.com/office/powerpoint/2010/main" val="2449887907"/>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6022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5"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8DEDEF8-4119-24A1-3BAD-A2F79486D3F6}"/>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Constraints</a:t>
            </a:r>
            <a:endParaRPr lang="en-IN" sz="4800">
              <a:solidFill>
                <a:schemeClr val="bg1"/>
              </a:solidFill>
            </a:endParaRPr>
          </a:p>
        </p:txBody>
      </p:sp>
      <p:graphicFrame>
        <p:nvGraphicFramePr>
          <p:cNvPr id="5" name="Content Placeholder 2">
            <a:extLst>
              <a:ext uri="{FF2B5EF4-FFF2-40B4-BE49-F238E27FC236}">
                <a16:creationId xmlns:a16="http://schemas.microsoft.com/office/drawing/2014/main" id="{6FC8AC77-9714-7B2B-6023-D91E30DA37D4}"/>
              </a:ext>
            </a:extLst>
          </p:cNvPr>
          <p:cNvGraphicFramePr>
            <a:graphicFrameLocks noGrp="1"/>
          </p:cNvGraphicFramePr>
          <p:nvPr>
            <p:ph idx="1"/>
            <p:extLst>
              <p:ext uri="{D42A27DB-BD31-4B8C-83A1-F6EECF244321}">
                <p14:modId xmlns:p14="http://schemas.microsoft.com/office/powerpoint/2010/main" val="1335063977"/>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175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 Cover">
            <a:extLst>
              <a:ext uri="{FF2B5EF4-FFF2-40B4-BE49-F238E27FC236}">
                <a16:creationId xmlns:a16="http://schemas.microsoft.com/office/drawing/2014/main" id="{009115B9-5BFD-478D-9C87-29ADB3AF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D57F946-2E03-4DE1-91F8-25BEDC663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2"/>
            <a:ext cx="3468234" cy="6858000"/>
            <a:chOff x="651279" y="598259"/>
            <a:chExt cx="10889442" cy="5680742"/>
          </a:xfrm>
        </p:grpSpPr>
        <p:sp>
          <p:nvSpPr>
            <p:cNvPr id="15" name="Color">
              <a:extLst>
                <a:ext uri="{FF2B5EF4-FFF2-40B4-BE49-F238E27FC236}">
                  <a16:creationId xmlns:a16="http://schemas.microsoft.com/office/drawing/2014/main" id="{1598881B-E007-4AAF-BA50-0AD618219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87A6DD9E-16A5-46AE-A522-D46D6BEDF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1">
            <a:extLst>
              <a:ext uri="{FF2B5EF4-FFF2-40B4-BE49-F238E27FC236}">
                <a16:creationId xmlns:a16="http://schemas.microsoft.com/office/drawing/2014/main" id="{F7E91ECF-1F73-1251-945A-CADB8E50FA9F}"/>
              </a:ext>
            </a:extLst>
          </p:cNvPr>
          <p:cNvSpPr>
            <a:spLocks noGrp="1"/>
          </p:cNvSpPr>
          <p:nvPr>
            <p:ph type="title"/>
          </p:nvPr>
        </p:nvSpPr>
        <p:spPr>
          <a:xfrm rot="16200000">
            <a:off x="-212886" y="1706804"/>
            <a:ext cx="3932553" cy="2788920"/>
          </a:xfrm>
        </p:spPr>
        <p:txBody>
          <a:bodyPr anchor="ctr">
            <a:normAutofit/>
          </a:bodyPr>
          <a:lstStyle/>
          <a:p>
            <a:r>
              <a:rPr lang="en-US" sz="4800" dirty="0">
                <a:solidFill>
                  <a:schemeClr val="bg1"/>
                </a:solidFill>
              </a:rPr>
              <a:t>Assumptions</a:t>
            </a:r>
            <a:endParaRPr lang="en-IN" sz="4800" dirty="0">
              <a:solidFill>
                <a:schemeClr val="bg1"/>
              </a:solidFill>
            </a:endParaRPr>
          </a:p>
        </p:txBody>
      </p:sp>
      <p:sp>
        <p:nvSpPr>
          <p:cNvPr id="5" name="Content Placeholder 2">
            <a:extLst>
              <a:ext uri="{FF2B5EF4-FFF2-40B4-BE49-F238E27FC236}">
                <a16:creationId xmlns:a16="http://schemas.microsoft.com/office/drawing/2014/main" id="{3D3CF24F-C663-7FF6-1AF6-AA0FFAE4C9D2}"/>
              </a:ext>
            </a:extLst>
          </p:cNvPr>
          <p:cNvSpPr>
            <a:spLocks noGrp="1"/>
          </p:cNvSpPr>
          <p:nvPr>
            <p:ph idx="1"/>
          </p:nvPr>
        </p:nvSpPr>
        <p:spPr>
          <a:xfrm>
            <a:off x="4071068" y="841247"/>
            <a:ext cx="6877878" cy="5120640"/>
          </a:xfrm>
        </p:spPr>
        <p:txBody>
          <a:bodyPr anchor="ctr">
            <a:normAutofit/>
          </a:bodyPr>
          <a:lstStyle/>
          <a:p>
            <a:r>
              <a:rPr lang="en-US" sz="1800" dirty="0">
                <a:solidFill>
                  <a:schemeClr val="tx2"/>
                </a:solidFill>
              </a:rPr>
              <a:t>Based on the given information, it is safe to assume that:</a:t>
            </a:r>
          </a:p>
          <a:p>
            <a:pPr lvl="1"/>
            <a:r>
              <a:rPr lang="en-US" sz="1800" dirty="0">
                <a:solidFill>
                  <a:schemeClr val="tx2"/>
                </a:solidFill>
              </a:rPr>
              <a:t>Connection to the SFTP server is established and working. </a:t>
            </a:r>
          </a:p>
          <a:p>
            <a:pPr lvl="1"/>
            <a:r>
              <a:rPr lang="en-US" sz="1800" dirty="0">
                <a:solidFill>
                  <a:schemeClr val="tx2"/>
                </a:solidFill>
              </a:rPr>
              <a:t>Data is uploaded daily. </a:t>
            </a:r>
          </a:p>
          <a:p>
            <a:pPr lvl="1"/>
            <a:r>
              <a:rPr lang="en-US" sz="1800" dirty="0">
                <a:solidFill>
                  <a:schemeClr val="tx2"/>
                </a:solidFill>
              </a:rPr>
              <a:t>Apart from data inconsistencies, the format of the data will remain the same.</a:t>
            </a:r>
          </a:p>
          <a:p>
            <a:pPr lvl="1"/>
            <a:r>
              <a:rPr lang="en-US" sz="1800" dirty="0">
                <a:solidFill>
                  <a:schemeClr val="tx2"/>
                </a:solidFill>
              </a:rPr>
              <a:t>The resultant data structures and format has already been agreed upon. </a:t>
            </a:r>
          </a:p>
          <a:p>
            <a:pPr lvl="1"/>
            <a:endParaRPr lang="en-US" sz="1800" dirty="0">
              <a:solidFill>
                <a:schemeClr val="tx2"/>
              </a:solidFill>
            </a:endParaRPr>
          </a:p>
          <a:p>
            <a:pPr lvl="1"/>
            <a:endParaRPr lang="en-US" sz="1800" dirty="0">
              <a:solidFill>
                <a:schemeClr val="tx2"/>
              </a:solidFill>
            </a:endParaRPr>
          </a:p>
        </p:txBody>
      </p:sp>
    </p:spTree>
    <p:extLst>
      <p:ext uri="{BB962C8B-B14F-4D97-AF65-F5344CB8AC3E}">
        <p14:creationId xmlns:p14="http://schemas.microsoft.com/office/powerpoint/2010/main" val="2988609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Slide Background Fill">
            <a:extLst>
              <a:ext uri="{FF2B5EF4-FFF2-40B4-BE49-F238E27FC236}">
                <a16:creationId xmlns:a16="http://schemas.microsoft.com/office/drawing/2014/main" id="{1199FB19-8541-4759-8EF7-EDC2CC4F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Color Cover">
            <a:extLst>
              <a:ext uri="{FF2B5EF4-FFF2-40B4-BE49-F238E27FC236}">
                <a16:creationId xmlns:a16="http://schemas.microsoft.com/office/drawing/2014/main" id="{977DAE03-AA57-4DFC-A48C-4B398674F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2303047E-3307-4EF3-87A3-A8490D55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3468234" cy="6858000"/>
            <a:chOff x="651279" y="598259"/>
            <a:chExt cx="10889442" cy="5680742"/>
          </a:xfrm>
        </p:grpSpPr>
        <p:sp>
          <p:nvSpPr>
            <p:cNvPr id="83" name="Color">
              <a:extLst>
                <a:ext uri="{FF2B5EF4-FFF2-40B4-BE49-F238E27FC236}">
                  <a16:creationId xmlns:a16="http://schemas.microsoft.com/office/drawing/2014/main" id="{DE0162B2-7972-4E7E-B90F-AE5CD7FC9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Color">
              <a:extLst>
                <a:ext uri="{FF2B5EF4-FFF2-40B4-BE49-F238E27FC236}">
                  <a16:creationId xmlns:a16="http://schemas.microsoft.com/office/drawing/2014/main" id="{7F379A8D-1294-4053-9196-2D9B177C9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6" name="Group 85">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87" name="Freeform: Shape 86">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8" name="Freeform: Shape 87">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9" name="Freeform: Shape 88">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0" name="Freeform: Shape 89">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1" name="Freeform: Shape 90">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2" name="Freeform: Shape 91">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3" name="Freeform: Shape 92">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09C54AC-953F-BE74-52D6-AE858444FE53}"/>
              </a:ext>
            </a:extLst>
          </p:cNvPr>
          <p:cNvSpPr>
            <a:spLocks noGrp="1"/>
          </p:cNvSpPr>
          <p:nvPr>
            <p:ph type="title"/>
          </p:nvPr>
        </p:nvSpPr>
        <p:spPr>
          <a:xfrm rot="16200000">
            <a:off x="-1326619" y="1943984"/>
            <a:ext cx="5958643" cy="2790395"/>
          </a:xfrm>
          <a:prstGeom prst="ellipse">
            <a:avLst/>
          </a:prstGeom>
        </p:spPr>
        <p:txBody>
          <a:bodyPr vert="horz" lIns="91440" tIns="45720" rIns="91440" bIns="45720" rtlCol="0" anchor="ctr">
            <a:normAutofit/>
          </a:bodyPr>
          <a:lstStyle/>
          <a:p>
            <a:r>
              <a:rPr lang="en-US" sz="4800" kern="1200" dirty="0">
                <a:solidFill>
                  <a:schemeClr val="bg1"/>
                </a:solidFill>
                <a:latin typeface="+mj-lt"/>
                <a:ea typeface="+mj-ea"/>
                <a:cs typeface="+mj-cs"/>
              </a:rPr>
              <a:t>Technical Architecture</a:t>
            </a:r>
          </a:p>
        </p:txBody>
      </p:sp>
      <p:pic>
        <p:nvPicPr>
          <p:cNvPr id="30" name="Picture 29">
            <a:extLst>
              <a:ext uri="{FF2B5EF4-FFF2-40B4-BE49-F238E27FC236}">
                <a16:creationId xmlns:a16="http://schemas.microsoft.com/office/drawing/2014/main" id="{C538F65B-C6AB-23AC-2330-3C3B219D3E1B}"/>
              </a:ext>
            </a:extLst>
          </p:cNvPr>
          <p:cNvPicPr>
            <a:picLocks noChangeAspect="1"/>
          </p:cNvPicPr>
          <p:nvPr/>
        </p:nvPicPr>
        <p:blipFill>
          <a:blip r:embed="rId2"/>
          <a:stretch>
            <a:fillRect/>
          </a:stretch>
        </p:blipFill>
        <p:spPr>
          <a:xfrm>
            <a:off x="3619006" y="18928"/>
            <a:ext cx="8419171" cy="6839070"/>
          </a:xfrm>
          <a:prstGeom prst="rect">
            <a:avLst/>
          </a:prstGeom>
        </p:spPr>
      </p:pic>
    </p:spTree>
    <p:extLst>
      <p:ext uri="{BB962C8B-B14F-4D97-AF65-F5344CB8AC3E}">
        <p14:creationId xmlns:p14="http://schemas.microsoft.com/office/powerpoint/2010/main" val="4710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22">
            <a:extLst>
              <a:ext uri="{FF2B5EF4-FFF2-40B4-BE49-F238E27FC236}">
                <a16:creationId xmlns:a16="http://schemas.microsoft.com/office/drawing/2014/main" id="{C2616E71-7702-4514-BCE4-BAADB22ED8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41" name="Color Cover">
              <a:extLst>
                <a:ext uri="{FF2B5EF4-FFF2-40B4-BE49-F238E27FC236}">
                  <a16:creationId xmlns:a16="http://schemas.microsoft.com/office/drawing/2014/main" id="{15F9A7D7-E8EB-49D7-ACB0-13481EF1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Color Cover">
              <a:extLst>
                <a:ext uri="{FF2B5EF4-FFF2-40B4-BE49-F238E27FC236}">
                  <a16:creationId xmlns:a16="http://schemas.microsoft.com/office/drawing/2014/main" id="{044CB560-3BF4-4256-8C60-8864DA0AB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26">
            <a:extLst>
              <a:ext uri="{FF2B5EF4-FFF2-40B4-BE49-F238E27FC236}">
                <a16:creationId xmlns:a16="http://schemas.microsoft.com/office/drawing/2014/main" id="{A2840072-D6EC-480D-9A1B-928B36F923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28" name="Color">
              <a:extLst>
                <a:ext uri="{FF2B5EF4-FFF2-40B4-BE49-F238E27FC236}">
                  <a16:creationId xmlns:a16="http://schemas.microsoft.com/office/drawing/2014/main" id="{CADDA0B4-EE72-46AA-A7BB-C271924B72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Color">
              <a:extLst>
                <a:ext uri="{FF2B5EF4-FFF2-40B4-BE49-F238E27FC236}">
                  <a16:creationId xmlns:a16="http://schemas.microsoft.com/office/drawing/2014/main" id="{B2519E48-483B-4612-935D-790A10605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diagram of a product&#10;&#10;Description automatically generated">
            <a:extLst>
              <a:ext uri="{FF2B5EF4-FFF2-40B4-BE49-F238E27FC236}">
                <a16:creationId xmlns:a16="http://schemas.microsoft.com/office/drawing/2014/main" id="{F5CDD8FC-C2BD-1DCD-F1D8-D82129A88827}"/>
              </a:ext>
            </a:extLst>
          </p:cNvPr>
          <p:cNvPicPr>
            <a:picLocks noChangeAspect="1"/>
          </p:cNvPicPr>
          <p:nvPr/>
        </p:nvPicPr>
        <p:blipFill>
          <a:blip r:embed="rId2"/>
          <a:stretch>
            <a:fillRect/>
          </a:stretch>
        </p:blipFill>
        <p:spPr>
          <a:xfrm>
            <a:off x="931067" y="661916"/>
            <a:ext cx="5790872" cy="5168107"/>
          </a:xfrm>
          <a:prstGeom prst="rect">
            <a:avLst/>
          </a:prstGeom>
        </p:spPr>
      </p:pic>
      <p:grpSp>
        <p:nvGrpSpPr>
          <p:cNvPr id="31" name="Group 30">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2" name="Freeform: Shape 31">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93682CE-CC37-E166-383D-E5450F1D988B}"/>
              </a:ext>
            </a:extLst>
          </p:cNvPr>
          <p:cNvSpPr>
            <a:spLocks noGrp="1"/>
          </p:cNvSpPr>
          <p:nvPr>
            <p:ph type="title"/>
          </p:nvPr>
        </p:nvSpPr>
        <p:spPr>
          <a:xfrm>
            <a:off x="7458501" y="1343767"/>
            <a:ext cx="3946112" cy="719771"/>
          </a:xfrm>
        </p:spPr>
        <p:txBody>
          <a:bodyPr vert="horz" lIns="91440" tIns="45720" rIns="91440" bIns="45720" rtlCol="0" anchor="b">
            <a:normAutofit fontScale="90000"/>
          </a:bodyPr>
          <a:lstStyle/>
          <a:p>
            <a:r>
              <a:rPr lang="en-US" sz="4800" kern="1200" dirty="0">
                <a:solidFill>
                  <a:schemeClr val="bg1"/>
                </a:solidFill>
                <a:latin typeface="+mj-lt"/>
                <a:ea typeface="+mj-ea"/>
                <a:cs typeface="+mj-cs"/>
              </a:rPr>
              <a:t>Structure of the Datawarehouse</a:t>
            </a:r>
          </a:p>
        </p:txBody>
      </p:sp>
      <p:sp>
        <p:nvSpPr>
          <p:cNvPr id="6" name="TextBox 5">
            <a:extLst>
              <a:ext uri="{FF2B5EF4-FFF2-40B4-BE49-F238E27FC236}">
                <a16:creationId xmlns:a16="http://schemas.microsoft.com/office/drawing/2014/main" id="{B31C3E68-28C4-FB29-242B-572A7D2DEA85}"/>
              </a:ext>
            </a:extLst>
          </p:cNvPr>
          <p:cNvSpPr txBox="1"/>
          <p:nvPr/>
        </p:nvSpPr>
        <p:spPr>
          <a:xfrm>
            <a:off x="7100460" y="3952672"/>
            <a:ext cx="4061739" cy="1661993"/>
          </a:xfrm>
          <a:prstGeom prst="rect">
            <a:avLst/>
          </a:prstGeom>
          <a:noFill/>
        </p:spPr>
        <p:txBody>
          <a:bodyPr wrap="square" rtlCol="0">
            <a:spAutoFit/>
          </a:bodyPr>
          <a:lstStyle/>
          <a:p>
            <a:r>
              <a:rPr lang="en-US" dirty="0">
                <a:solidFill>
                  <a:schemeClr val="bg1"/>
                </a:solidFill>
              </a:rPr>
              <a:t>Misc. Tables: </a:t>
            </a:r>
          </a:p>
          <a:p>
            <a:pPr marL="285750" indent="-285750">
              <a:buSzPct val="100000"/>
              <a:buFont typeface="Wingdings" panose="05000000000000000000" pitchFamily="2" charset="2"/>
              <a:buChar char="Ø"/>
            </a:pPr>
            <a:r>
              <a:rPr lang="en-US" sz="1400" u="sng" dirty="0">
                <a:solidFill>
                  <a:schemeClr val="bg1"/>
                </a:solidFill>
              </a:rPr>
              <a:t>Logging table </a:t>
            </a:r>
            <a:r>
              <a:rPr lang="en-US" sz="1400" dirty="0">
                <a:solidFill>
                  <a:schemeClr val="bg1"/>
                </a:solidFill>
              </a:rPr>
              <a:t>to keep track of the data sent by the client. </a:t>
            </a:r>
          </a:p>
          <a:p>
            <a:pPr marL="285750" indent="-285750">
              <a:buSzPct val="100000"/>
              <a:buFont typeface="Wingdings" panose="05000000000000000000" pitchFamily="2" charset="2"/>
              <a:buChar char="Ø"/>
            </a:pPr>
            <a:r>
              <a:rPr lang="en-IN" sz="1400" u="sng" dirty="0">
                <a:solidFill>
                  <a:schemeClr val="bg1"/>
                </a:solidFill>
              </a:rPr>
              <a:t>Errors table</a:t>
            </a:r>
            <a:r>
              <a:rPr lang="en-IN" sz="1400" dirty="0">
                <a:solidFill>
                  <a:schemeClr val="bg1"/>
                </a:solidFill>
              </a:rPr>
              <a:t>, to keep track of the errors encountered in the files. </a:t>
            </a:r>
          </a:p>
          <a:p>
            <a:pPr marL="285750" indent="-285750">
              <a:buSzPct val="100000"/>
              <a:buFont typeface="Wingdings" panose="05000000000000000000" pitchFamily="2" charset="2"/>
              <a:buChar char="Ø"/>
            </a:pPr>
            <a:r>
              <a:rPr lang="en-IN" sz="1400" u="sng" dirty="0">
                <a:solidFill>
                  <a:schemeClr val="bg1"/>
                </a:solidFill>
              </a:rPr>
              <a:t>Business Views</a:t>
            </a:r>
            <a:r>
              <a:rPr lang="en-IN" sz="1400" dirty="0">
                <a:solidFill>
                  <a:schemeClr val="bg1"/>
                </a:solidFill>
              </a:rPr>
              <a:t>, to get the different dataset which the client needs for reporting purposes. </a:t>
            </a:r>
          </a:p>
        </p:txBody>
      </p:sp>
    </p:spTree>
    <p:extLst>
      <p:ext uri="{BB962C8B-B14F-4D97-AF65-F5344CB8AC3E}">
        <p14:creationId xmlns:p14="http://schemas.microsoft.com/office/powerpoint/2010/main" val="471975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4947C-A8E7-2546-7EE8-B566BD6D807E}"/>
              </a:ext>
            </a:extLst>
          </p:cNvPr>
          <p:cNvSpPr>
            <a:spLocks noGrp="1"/>
          </p:cNvSpPr>
          <p:nvPr>
            <p:ph type="title"/>
          </p:nvPr>
        </p:nvSpPr>
        <p:spPr>
          <a:xfrm>
            <a:off x="2019300" y="538956"/>
            <a:ext cx="8985250" cy="1118394"/>
          </a:xfrm>
        </p:spPr>
        <p:txBody>
          <a:bodyPr anchor="t">
            <a:normAutofit/>
          </a:bodyPr>
          <a:lstStyle/>
          <a:p>
            <a:r>
              <a:rPr lang="en-US" sz="4000"/>
              <a:t>Data Processing Flow</a:t>
            </a:r>
            <a:endParaRPr lang="en-IN" sz="4000"/>
          </a:p>
        </p:txBody>
      </p:sp>
      <p:pic>
        <p:nvPicPr>
          <p:cNvPr id="7" name="Graphic 6" descr="Cloud Computing">
            <a:extLst>
              <a:ext uri="{FF2B5EF4-FFF2-40B4-BE49-F238E27FC236}">
                <a16:creationId xmlns:a16="http://schemas.microsoft.com/office/drawing/2014/main" id="{AFB5768D-B51B-F19B-1B08-ACE4B6CF36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2" name="Content Placeholder 2">
            <a:extLst>
              <a:ext uri="{FF2B5EF4-FFF2-40B4-BE49-F238E27FC236}">
                <a16:creationId xmlns:a16="http://schemas.microsoft.com/office/drawing/2014/main" id="{F99B61A3-8612-05C6-5A2E-30886C5BD981}"/>
              </a:ext>
            </a:extLst>
          </p:cNvPr>
          <p:cNvSpPr>
            <a:spLocks noGrp="1"/>
          </p:cNvSpPr>
          <p:nvPr>
            <p:ph idx="1"/>
          </p:nvPr>
        </p:nvSpPr>
        <p:spPr>
          <a:xfrm>
            <a:off x="1009650" y="1847849"/>
            <a:ext cx="9994900" cy="4254501"/>
          </a:xfrm>
        </p:spPr>
        <p:txBody>
          <a:bodyPr>
            <a:normAutofit lnSpcReduction="10000"/>
          </a:bodyPr>
          <a:lstStyle/>
          <a:p>
            <a:pPr lvl="1">
              <a:buFont typeface="+mj-lt"/>
              <a:buAutoNum type="arabicPeriod"/>
            </a:pPr>
            <a:r>
              <a:rPr lang="en-US" sz="1000" dirty="0"/>
              <a:t>First, we identify where the ETL activity will take place and provision a server accordingly (Whether cloud or on-prem). </a:t>
            </a:r>
          </a:p>
          <a:p>
            <a:pPr lvl="1">
              <a:buFont typeface="+mj-lt"/>
              <a:buAutoNum type="arabicPeriod"/>
            </a:pPr>
            <a:r>
              <a:rPr lang="en-US" sz="1000" dirty="0"/>
              <a:t>As per the problem statement, the data would be delivered via a SFTP server on a regular basis, so we can create a mount point from the client SFTP server to the ETL server. </a:t>
            </a:r>
          </a:p>
          <a:p>
            <a:pPr lvl="1">
              <a:buFont typeface="+mj-lt"/>
              <a:buAutoNum type="arabicPeriod"/>
            </a:pPr>
            <a:r>
              <a:rPr lang="en-US" sz="1000" dirty="0"/>
              <a:t>Data can be ingested via various ways: </a:t>
            </a:r>
          </a:p>
          <a:p>
            <a:pPr lvl="2"/>
            <a:r>
              <a:rPr lang="en-US" sz="1000" dirty="0"/>
              <a:t>Running </a:t>
            </a:r>
            <a:r>
              <a:rPr lang="en-US" sz="1000" dirty="0" err="1"/>
              <a:t>cron</a:t>
            </a:r>
            <a:r>
              <a:rPr lang="en-US" sz="1000" dirty="0"/>
              <a:t> jobs to check the filename and date and verify if the file has already been processed. Based on the business needs, we can process the file once a day or the number of times it is uploaded. </a:t>
            </a:r>
          </a:p>
          <a:p>
            <a:pPr lvl="2"/>
            <a:r>
              <a:rPr lang="en-US" sz="1000" dirty="0"/>
              <a:t>Create a Python / any other PL script, which will verify the data in the RDV tables against the data that has been provisioned. </a:t>
            </a:r>
          </a:p>
          <a:p>
            <a:pPr lvl="2"/>
            <a:r>
              <a:rPr lang="en-US" sz="1000" dirty="0"/>
              <a:t>Use tools such as Apache </a:t>
            </a:r>
            <a:r>
              <a:rPr lang="en-US" sz="1000" dirty="0" err="1"/>
              <a:t>Nifi</a:t>
            </a:r>
            <a:r>
              <a:rPr lang="en-US" sz="1000" dirty="0"/>
              <a:t> / Apache Airflow / </a:t>
            </a:r>
            <a:r>
              <a:rPr lang="en-US" sz="1000" dirty="0" err="1"/>
              <a:t>Airbyte</a:t>
            </a:r>
            <a:r>
              <a:rPr lang="en-US" sz="1000" dirty="0"/>
              <a:t> any other open-source tool, which is specialized for this job. </a:t>
            </a:r>
          </a:p>
          <a:p>
            <a:pPr lvl="1">
              <a:buFont typeface="+mj-lt"/>
              <a:buAutoNum type="arabicPeriod"/>
            </a:pPr>
            <a:endParaRPr lang="en-US" sz="1000" dirty="0"/>
          </a:p>
          <a:p>
            <a:pPr lvl="1">
              <a:buFont typeface="+mj-lt"/>
              <a:buAutoNum type="arabicPeriod"/>
            </a:pPr>
            <a:r>
              <a:rPr lang="en-IN" sz="1000" dirty="0"/>
              <a:t>Once the data has been brought over, we can save the data temporarily for processing. Here we may perform the following steps: </a:t>
            </a:r>
          </a:p>
          <a:p>
            <a:pPr lvl="2"/>
            <a:r>
              <a:rPr lang="en-IN" sz="1000" dirty="0"/>
              <a:t>Analyse the date and time the data was delivered, based on the file names. </a:t>
            </a:r>
          </a:p>
          <a:p>
            <a:pPr lvl="2"/>
            <a:r>
              <a:rPr lang="en-IN" sz="1000" dirty="0"/>
              <a:t>Fix issues with file encoding if any. </a:t>
            </a:r>
          </a:p>
          <a:p>
            <a:pPr lvl="2"/>
            <a:r>
              <a:rPr lang="en-IN" sz="1000" dirty="0"/>
              <a:t>Fix issues with file formats. </a:t>
            </a:r>
          </a:p>
          <a:p>
            <a:pPr lvl="2"/>
            <a:r>
              <a:rPr lang="en-IN" sz="1000" dirty="0"/>
              <a:t>Find out the missing columns and replace the same with null values.</a:t>
            </a:r>
          </a:p>
          <a:p>
            <a:pPr lvl="2"/>
            <a:r>
              <a:rPr lang="en-IN" sz="1000" dirty="0"/>
              <a:t>Log all the above activities for a future reference. </a:t>
            </a:r>
          </a:p>
          <a:p>
            <a:pPr lvl="1">
              <a:buFont typeface="+mj-lt"/>
              <a:buAutoNum type="arabicPeriod"/>
            </a:pPr>
            <a:r>
              <a:rPr lang="en-IN" sz="1000" dirty="0"/>
              <a:t>The data pre-processing step can be done either via python or one of the tools mentioned above. </a:t>
            </a:r>
          </a:p>
          <a:p>
            <a:pPr lvl="1">
              <a:buFont typeface="+mj-lt"/>
              <a:buAutoNum type="arabicPeriod"/>
            </a:pPr>
            <a:r>
              <a:rPr lang="en-IN" sz="1000" dirty="0"/>
              <a:t>Once, the data has been cleansed, we can push the data into the RDV. This is done so that we have a record of what was the raw data that originated from the client, which may come in handy in case of any disputes in the future. </a:t>
            </a:r>
          </a:p>
          <a:p>
            <a:pPr lvl="1">
              <a:buFont typeface="+mj-lt"/>
              <a:buAutoNum type="arabicPeriod"/>
            </a:pPr>
            <a:r>
              <a:rPr lang="en-IN" sz="1000" dirty="0"/>
              <a:t>From here, the data is moved into the Data Warehouse layer, where the whole data turns into transactional records. </a:t>
            </a:r>
          </a:p>
          <a:p>
            <a:pPr lvl="1">
              <a:buFont typeface="+mj-lt"/>
              <a:buAutoNum type="arabicPeriod"/>
            </a:pPr>
            <a:r>
              <a:rPr lang="en-IN" sz="1000" dirty="0"/>
              <a:t>At this stage, the data is compared with the master data and relevant entries are made. </a:t>
            </a:r>
          </a:p>
          <a:p>
            <a:pPr lvl="1">
              <a:buFont typeface="+mj-lt"/>
              <a:buAutoNum type="arabicPeriod"/>
            </a:pPr>
            <a:r>
              <a:rPr lang="en-IN" sz="1000" dirty="0"/>
              <a:t>This is a good time to compare the Master data with the transactional data and check for any records that are invalid. </a:t>
            </a:r>
          </a:p>
          <a:p>
            <a:pPr lvl="1">
              <a:buFont typeface="+mj-lt"/>
              <a:buAutoNum type="arabicPeriod"/>
            </a:pPr>
            <a:r>
              <a:rPr lang="en-IN" sz="1000" dirty="0"/>
              <a:t>Such records, then, can be stored in a separate table, where the transaction exists for no master data records. This can be then referenced by the client for further actions. </a:t>
            </a:r>
          </a:p>
          <a:p>
            <a:pPr lvl="1">
              <a:buFont typeface="+mj-lt"/>
              <a:buAutoNum type="arabicPeriod"/>
            </a:pPr>
            <a:r>
              <a:rPr lang="en-IN" sz="1000" dirty="0"/>
              <a:t>Finally, views are created on top of the Master and transactional records, which in turn, is consumed by the Business to gain valuable insights. </a:t>
            </a:r>
            <a:endParaRPr lang="en-IN" sz="800" dirty="0"/>
          </a:p>
          <a:p>
            <a:pPr marL="457200" lvl="1" indent="0">
              <a:buNone/>
            </a:pPr>
            <a:br>
              <a:rPr lang="en-IN" sz="800" dirty="0"/>
            </a:br>
            <a:endParaRPr lang="en-IN" sz="800" dirty="0"/>
          </a:p>
        </p:txBody>
      </p:sp>
      <p:sp>
        <p:nvSpPr>
          <p:cNvPr id="4" name="Rectangle 3">
            <a:extLst>
              <a:ext uri="{FF2B5EF4-FFF2-40B4-BE49-F238E27FC236}">
                <a16:creationId xmlns:a16="http://schemas.microsoft.com/office/drawing/2014/main" id="{5CFA43F8-8463-7028-7C73-B6A16DEFA468}"/>
              </a:ext>
            </a:extLst>
          </p:cNvPr>
          <p:cNvSpPr/>
          <p:nvPr/>
        </p:nvSpPr>
        <p:spPr>
          <a:xfrm>
            <a:off x="1479549" y="6036754"/>
            <a:ext cx="9889035" cy="34788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b="1" u="sng" dirty="0"/>
              <a:t>Note:</a:t>
            </a:r>
            <a:r>
              <a:rPr lang="en-US" sz="1050" b="1" dirty="0"/>
              <a:t> </a:t>
            </a:r>
            <a:r>
              <a:rPr lang="en-US" sz="1050" dirty="0"/>
              <a:t>All these steps can be performed by either the tools mentioned in the System Design individually or in conjunction, based on the Business use case, the time and the complexity involved. Automation is inherently supported either within the tools mentioned or </a:t>
            </a:r>
            <a:r>
              <a:rPr lang="en-US" sz="1050"/>
              <a:t>by using the </a:t>
            </a:r>
            <a:r>
              <a:rPr lang="en-US" sz="1050" dirty="0"/>
              <a:t>coding workflows. </a:t>
            </a:r>
            <a:endParaRPr lang="en-IN" sz="1050" dirty="0"/>
          </a:p>
        </p:txBody>
      </p:sp>
    </p:spTree>
    <p:extLst>
      <p:ext uri="{BB962C8B-B14F-4D97-AF65-F5344CB8AC3E}">
        <p14:creationId xmlns:p14="http://schemas.microsoft.com/office/powerpoint/2010/main" val="125022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TotalTime>
  <Words>681</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PowerPoint Presentation</vt:lpstr>
      <vt:lpstr>Problem Statement.</vt:lpstr>
      <vt:lpstr>Constraints</vt:lpstr>
      <vt:lpstr>Assumptions</vt:lpstr>
      <vt:lpstr>Technical Architecture</vt:lpstr>
      <vt:lpstr>Structure of the Datawarehouse</vt:lpstr>
      <vt:lpstr>Data Processing 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Shashank Raj</dc:creator>
  <cp:lastModifiedBy>Shashank Raj</cp:lastModifiedBy>
  <cp:revision>58</cp:revision>
  <dcterms:created xsi:type="dcterms:W3CDTF">2023-12-06T17:13:07Z</dcterms:created>
  <dcterms:modified xsi:type="dcterms:W3CDTF">2023-12-09T18:35:22Z</dcterms:modified>
</cp:coreProperties>
</file>